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sldIdLst>
    <p:sldId id="330" r:id="rId2"/>
    <p:sldId id="331" r:id="rId3"/>
    <p:sldId id="332" r:id="rId4"/>
    <p:sldId id="333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A54324-DC7D-4904-9B7E-F5CA64E07542}" v="81" dt="2026-04-25T07:43:32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38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B6529D4-2C3F-BEAE-795D-9B55CDE2E37E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Reducing Cost of LLM Agents with Trajectory Reduction </a:t>
            </a:r>
            <a:r>
              <a:rPr lang="en-US" altLang="zh-CN" sz="1100" dirty="0">
                <a:solidFill>
                  <a:srgbClr val="000000"/>
                </a:solidFill>
                <a:latin typeface="rival-sans"/>
              </a:rPr>
              <a:t>(2025)</a:t>
            </a:r>
            <a:endParaRPr lang="en-US" altLang="zh-CN" sz="1100" b="0" i="0" dirty="0">
              <a:solidFill>
                <a:srgbClr val="000000"/>
              </a:solidFill>
              <a:effectLst/>
              <a:latin typeface="rival-san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03B98B-B64C-6E52-E539-61CF37479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299724"/>
            <a:ext cx="7639050" cy="4258551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8D815F-1D64-7751-8258-B00FB4884276}"/>
              </a:ext>
            </a:extLst>
          </p:cNvPr>
          <p:cNvSpPr/>
          <p:nvPr/>
        </p:nvSpPr>
        <p:spPr>
          <a:xfrm>
            <a:off x="3994150" y="1917700"/>
            <a:ext cx="3670300" cy="247650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26F554B-479D-1788-E5CD-735B0FBEC910}"/>
              </a:ext>
            </a:extLst>
          </p:cNvPr>
          <p:cNvSpPr/>
          <p:nvPr/>
        </p:nvSpPr>
        <p:spPr>
          <a:xfrm>
            <a:off x="4298950" y="2165350"/>
            <a:ext cx="3003550" cy="247650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81ADCE9-34FC-1301-0CC3-5C455673A4F2}"/>
              </a:ext>
            </a:extLst>
          </p:cNvPr>
          <p:cNvSpPr/>
          <p:nvPr/>
        </p:nvSpPr>
        <p:spPr>
          <a:xfrm>
            <a:off x="1023938" y="2408972"/>
            <a:ext cx="4119562" cy="247650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398642F6-9A5E-E4A4-21F7-E680D02B6437}"/>
              </a:ext>
            </a:extLst>
          </p:cNvPr>
          <p:cNvSpPr/>
          <p:nvPr/>
        </p:nvSpPr>
        <p:spPr>
          <a:xfrm>
            <a:off x="177800" y="2046859"/>
            <a:ext cx="693738" cy="48463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702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D5FEE-3AF3-BAE8-56EE-21759C53D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78D3772-43F9-2213-A1EC-99D96567DF33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 b="0" i="0" dirty="0">
                <a:solidFill>
                  <a:srgbClr val="000000"/>
                </a:solidFill>
                <a:effectLst/>
                <a:latin typeface="rival-sans"/>
              </a:rPr>
              <a:t>Reducing Cost of LLM Agents with Trajectory Reduction </a:t>
            </a:r>
            <a:r>
              <a:rPr lang="en-US" altLang="zh-CN" sz="1100" dirty="0">
                <a:solidFill>
                  <a:srgbClr val="000000"/>
                </a:solidFill>
                <a:latin typeface="rival-sans"/>
              </a:rPr>
              <a:t>(2025)</a:t>
            </a:r>
            <a:endParaRPr lang="en-US" altLang="zh-CN" sz="1100" b="0" i="0" dirty="0">
              <a:solidFill>
                <a:srgbClr val="000000"/>
              </a:solidFill>
              <a:effectLst/>
              <a:latin typeface="rival-san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64C683-A9AA-3553-E54C-0E8A66D45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299724"/>
            <a:ext cx="7639050" cy="4258551"/>
          </a:xfrm>
          <a:prstGeom prst="rect">
            <a:avLst/>
          </a:prstGeom>
        </p:spPr>
      </p:pic>
      <p:sp>
        <p:nvSpPr>
          <p:cNvPr id="3" name="箭头: 右 2">
            <a:extLst>
              <a:ext uri="{FF2B5EF4-FFF2-40B4-BE49-F238E27FC236}">
                <a16:creationId xmlns:a16="http://schemas.microsoft.com/office/drawing/2014/main" id="{95561104-E229-4ED0-1D4D-4E86C266EC23}"/>
              </a:ext>
            </a:extLst>
          </p:cNvPr>
          <p:cNvSpPr/>
          <p:nvPr/>
        </p:nvSpPr>
        <p:spPr>
          <a:xfrm>
            <a:off x="177800" y="4917059"/>
            <a:ext cx="693738" cy="484632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F3BA26D-F781-9ED3-94DC-BF4F74FD4FCD}"/>
              </a:ext>
            </a:extLst>
          </p:cNvPr>
          <p:cNvSpPr/>
          <p:nvPr/>
        </p:nvSpPr>
        <p:spPr>
          <a:xfrm>
            <a:off x="922338" y="4911725"/>
            <a:ext cx="7396162" cy="489966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37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71DC5-412C-C7BD-6210-8AB527A83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E68A27FB-F18C-D21E-208F-27F67AB12B9E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4" descr="Big data ">
            <a:extLst>
              <a:ext uri="{FF2B5EF4-FFF2-40B4-BE49-F238E27FC236}">
                <a16:creationId xmlns:a16="http://schemas.microsoft.com/office/drawing/2014/main" id="{4E276D7E-75B4-5F85-91D6-24A5D50E5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767B4536-DE51-5DB5-0987-D8E3B3B7A63F}"/>
              </a:ext>
            </a:extLst>
          </p:cNvPr>
          <p:cNvGrpSpPr/>
          <p:nvPr/>
        </p:nvGrpSpPr>
        <p:grpSpPr>
          <a:xfrm>
            <a:off x="1733550" y="1159260"/>
            <a:ext cx="1415020" cy="2140608"/>
            <a:chOff x="1733550" y="1159260"/>
            <a:chExt cx="1415020" cy="2140608"/>
          </a:xfrm>
        </p:grpSpPr>
        <p:sp>
          <p:nvSpPr>
            <p:cNvPr id="8" name="Rounded Rectangle 3">
              <a:extLst>
                <a:ext uri="{FF2B5EF4-FFF2-40B4-BE49-F238E27FC236}">
                  <a16:creationId xmlns:a16="http://schemas.microsoft.com/office/drawing/2014/main" id="{4CD9D806-3DDA-BD20-C46D-D5396D007049}"/>
                </a:ext>
              </a:extLst>
            </p:cNvPr>
            <p:cNvSpPr/>
            <p:nvPr/>
          </p:nvSpPr>
          <p:spPr>
            <a:xfrm>
              <a:off x="2026385" y="2033404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00" noProof="0" dirty="0"/>
            </a:p>
          </p:txBody>
        </p:sp>
        <p:sp>
          <p:nvSpPr>
            <p:cNvPr id="9" name="Rounded Rectangle 3">
              <a:extLst>
                <a:ext uri="{FF2B5EF4-FFF2-40B4-BE49-F238E27FC236}">
                  <a16:creationId xmlns:a16="http://schemas.microsoft.com/office/drawing/2014/main" id="{323117AE-FA94-139F-31B1-2E2050FA8923}"/>
                </a:ext>
              </a:extLst>
            </p:cNvPr>
            <p:cNvSpPr/>
            <p:nvPr/>
          </p:nvSpPr>
          <p:spPr>
            <a:xfrm>
              <a:off x="2033138" y="1159260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00" noProof="0" dirty="0"/>
            </a:p>
          </p:txBody>
        </p:sp>
        <p:sp>
          <p:nvSpPr>
            <p:cNvPr id="10" name="Rounded Rectangle 3">
              <a:extLst>
                <a:ext uri="{FF2B5EF4-FFF2-40B4-BE49-F238E27FC236}">
                  <a16:creationId xmlns:a16="http://schemas.microsoft.com/office/drawing/2014/main" id="{D7B44A44-9866-AC37-2AC3-0027A9B8D237}"/>
                </a:ext>
              </a:extLst>
            </p:cNvPr>
            <p:cNvSpPr/>
            <p:nvPr/>
          </p:nvSpPr>
          <p:spPr>
            <a:xfrm>
              <a:off x="2033138" y="1596332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sz="1400" noProof="0" dirty="0"/>
                <a:t>Tool Output</a:t>
              </a:r>
            </a:p>
          </p:txBody>
        </p:sp>
        <p:sp>
          <p:nvSpPr>
            <p:cNvPr id="11" name="Rounded Rectangle 3">
              <a:extLst>
                <a:ext uri="{FF2B5EF4-FFF2-40B4-BE49-F238E27FC236}">
                  <a16:creationId xmlns:a16="http://schemas.microsoft.com/office/drawing/2014/main" id="{4354E2FB-BD23-B77A-E722-CE7F0ED5F140}"/>
                </a:ext>
              </a:extLst>
            </p:cNvPr>
            <p:cNvSpPr/>
            <p:nvPr/>
          </p:nvSpPr>
          <p:spPr>
            <a:xfrm>
              <a:off x="2033138" y="2470476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sz="1400" noProof="0" dirty="0"/>
                <a:t>Tool Output</a:t>
              </a:r>
            </a:p>
          </p:txBody>
        </p:sp>
        <p:sp>
          <p:nvSpPr>
            <p:cNvPr id="12" name="Rounded Rectangle 3">
              <a:extLst>
                <a:ext uri="{FF2B5EF4-FFF2-40B4-BE49-F238E27FC236}">
                  <a16:creationId xmlns:a16="http://schemas.microsoft.com/office/drawing/2014/main" id="{38925EB7-71FE-2B55-F487-CBC90A7691C5}"/>
                </a:ext>
              </a:extLst>
            </p:cNvPr>
            <p:cNvSpPr/>
            <p:nvPr/>
          </p:nvSpPr>
          <p:spPr>
            <a:xfrm>
              <a:off x="2033138" y="2910196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AT" sz="1400" noProof="0" dirty="0"/>
                <a:t>…</a:t>
              </a: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FF5841E9-935F-3EC1-8DB4-215CDBA34501}"/>
                </a:ext>
              </a:extLst>
            </p:cNvPr>
            <p:cNvCxnSpPr>
              <a:endCxn id="9" idx="1"/>
            </p:cNvCxnSpPr>
            <p:nvPr/>
          </p:nvCxnSpPr>
          <p:spPr>
            <a:xfrm>
              <a:off x="1733550" y="1354096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444650F7-CE49-20F6-C72A-7A288BDFBC3E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1733550" y="1791168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49E838C-1449-C4D1-7B1E-9E3258EEDE21}"/>
                </a:ext>
              </a:extLst>
            </p:cNvPr>
            <p:cNvCxnSpPr/>
            <p:nvPr/>
          </p:nvCxnSpPr>
          <p:spPr>
            <a:xfrm>
              <a:off x="1743644" y="2228240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F9C6B080-1A22-AB7A-C583-9F606238D0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43644" y="2665312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9872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19AA8-51CB-1FEC-21C0-4C607F96A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A104EB7C-599E-F642-15E3-66CFD49E11F6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4156F5-CF17-15B7-D810-47C79F0EBCBE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noProof="0" dirty="0">
                <a:solidFill>
                  <a:srgbClr val="000000"/>
                </a:solidFill>
                <a:latin typeface="rival-sans"/>
              </a:rPr>
              <a:t>AgentFold: Long-Horizon Web Agents with Proactive Context Management (2025)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pic>
        <p:nvPicPr>
          <p:cNvPr id="6" name="Picture 4" descr="Big data ">
            <a:extLst>
              <a:ext uri="{FF2B5EF4-FFF2-40B4-BE49-F238E27FC236}">
                <a16:creationId xmlns:a16="http://schemas.microsoft.com/office/drawing/2014/main" id="{7D3BD2FB-EC47-D4AD-96DD-DA0903648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00336D3B-07D1-A877-BC7B-8BF9846D1DAF}"/>
              </a:ext>
            </a:extLst>
          </p:cNvPr>
          <p:cNvGrpSpPr/>
          <p:nvPr/>
        </p:nvGrpSpPr>
        <p:grpSpPr>
          <a:xfrm>
            <a:off x="1733550" y="1159260"/>
            <a:ext cx="1415020" cy="2140608"/>
            <a:chOff x="1733550" y="1159260"/>
            <a:chExt cx="1415020" cy="2140608"/>
          </a:xfrm>
        </p:grpSpPr>
        <p:sp>
          <p:nvSpPr>
            <p:cNvPr id="8" name="Rounded Rectangle 3">
              <a:extLst>
                <a:ext uri="{FF2B5EF4-FFF2-40B4-BE49-F238E27FC236}">
                  <a16:creationId xmlns:a16="http://schemas.microsoft.com/office/drawing/2014/main" id="{7EF16656-A442-1132-01AA-9BC7C2CC282D}"/>
                </a:ext>
              </a:extLst>
            </p:cNvPr>
            <p:cNvSpPr/>
            <p:nvPr/>
          </p:nvSpPr>
          <p:spPr>
            <a:xfrm>
              <a:off x="2026385" y="2033404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  <p:sp>
          <p:nvSpPr>
            <p:cNvPr id="9" name="Rounded Rectangle 3">
              <a:extLst>
                <a:ext uri="{FF2B5EF4-FFF2-40B4-BE49-F238E27FC236}">
                  <a16:creationId xmlns:a16="http://schemas.microsoft.com/office/drawing/2014/main" id="{67D79CE1-7FA1-45BE-29D5-C9F8E7372EF2}"/>
                </a:ext>
              </a:extLst>
            </p:cNvPr>
            <p:cNvSpPr/>
            <p:nvPr/>
          </p:nvSpPr>
          <p:spPr>
            <a:xfrm>
              <a:off x="2033138" y="1159260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  <p:sp>
          <p:nvSpPr>
            <p:cNvPr id="10" name="Rounded Rectangle 3">
              <a:extLst>
                <a:ext uri="{FF2B5EF4-FFF2-40B4-BE49-F238E27FC236}">
                  <a16:creationId xmlns:a16="http://schemas.microsoft.com/office/drawing/2014/main" id="{06AD20FE-CEEC-96D3-769C-0D8626850A67}"/>
                </a:ext>
              </a:extLst>
            </p:cNvPr>
            <p:cNvSpPr/>
            <p:nvPr/>
          </p:nvSpPr>
          <p:spPr>
            <a:xfrm>
              <a:off x="2033138" y="1596332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/>
                <a:t>Tool Output</a:t>
              </a:r>
            </a:p>
          </p:txBody>
        </p:sp>
        <p:sp>
          <p:nvSpPr>
            <p:cNvPr id="11" name="Rounded Rectangle 3">
              <a:extLst>
                <a:ext uri="{FF2B5EF4-FFF2-40B4-BE49-F238E27FC236}">
                  <a16:creationId xmlns:a16="http://schemas.microsoft.com/office/drawing/2014/main" id="{BA187367-70EA-89BC-BCEF-1740E0A254C8}"/>
                </a:ext>
              </a:extLst>
            </p:cNvPr>
            <p:cNvSpPr/>
            <p:nvPr/>
          </p:nvSpPr>
          <p:spPr>
            <a:xfrm>
              <a:off x="2033138" y="2470476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/>
                <a:t>Tool Output</a:t>
              </a:r>
            </a:p>
          </p:txBody>
        </p:sp>
        <p:sp>
          <p:nvSpPr>
            <p:cNvPr id="12" name="Rounded Rectangle 3">
              <a:extLst>
                <a:ext uri="{FF2B5EF4-FFF2-40B4-BE49-F238E27FC236}">
                  <a16:creationId xmlns:a16="http://schemas.microsoft.com/office/drawing/2014/main" id="{79D16891-BA4E-58E7-2B3A-B528005CDD0A}"/>
                </a:ext>
              </a:extLst>
            </p:cNvPr>
            <p:cNvSpPr/>
            <p:nvPr/>
          </p:nvSpPr>
          <p:spPr>
            <a:xfrm>
              <a:off x="2033138" y="2910196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/>
                <a:t>…</a:t>
              </a: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9FAF286A-92B4-227A-ED53-E13654D7A4E1}"/>
                </a:ext>
              </a:extLst>
            </p:cNvPr>
            <p:cNvCxnSpPr>
              <a:endCxn id="9" idx="1"/>
            </p:cNvCxnSpPr>
            <p:nvPr/>
          </p:nvCxnSpPr>
          <p:spPr>
            <a:xfrm>
              <a:off x="1733550" y="1354096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7875779C-8A3B-21FA-C6C5-2270B19AD50E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1733550" y="1791168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F318D8FF-9BF9-C6EB-B64D-C8A73604DE6E}"/>
                </a:ext>
              </a:extLst>
            </p:cNvPr>
            <p:cNvCxnSpPr/>
            <p:nvPr/>
          </p:nvCxnSpPr>
          <p:spPr>
            <a:xfrm>
              <a:off x="1743644" y="2228240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18E4BC2F-9CC8-6EEA-BB0B-15218EB095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43644" y="2665312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 descr="Fire ">
            <a:extLst>
              <a:ext uri="{FF2B5EF4-FFF2-40B4-BE49-F238E27FC236}">
                <a16:creationId xmlns:a16="http://schemas.microsoft.com/office/drawing/2014/main" id="{B1020B64-5BB9-218D-5FE5-76D4ADE51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01" y="3031784"/>
            <a:ext cx="581440" cy="58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9CC45369-6FCD-B04D-30B5-1A999D5DFE4D}"/>
              </a:ext>
            </a:extLst>
          </p:cNvPr>
          <p:cNvSpPr/>
          <p:nvPr/>
        </p:nvSpPr>
        <p:spPr>
          <a:xfrm>
            <a:off x="107684" y="1792409"/>
            <a:ext cx="1219200" cy="481990"/>
          </a:xfrm>
          <a:prstGeom prst="wedgeRoundRectCallout">
            <a:avLst>
              <a:gd name="adj1" fmla="val 24306"/>
              <a:gd name="adj2" fmla="val 64573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Requires Model Fine-Tuning</a:t>
            </a:r>
          </a:p>
        </p:txBody>
      </p:sp>
    </p:spTree>
    <p:extLst>
      <p:ext uri="{BB962C8B-B14F-4D97-AF65-F5344CB8AC3E}">
        <p14:creationId xmlns:p14="http://schemas.microsoft.com/office/powerpoint/2010/main" val="1249395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9047-B808-191F-3165-D4C44A407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B619E7F7-E345-2CF3-0355-06ACF42EA204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B91A6A-93FF-6471-58B9-87AE0003ED8E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noProof="0" dirty="0">
                <a:solidFill>
                  <a:srgbClr val="000000"/>
                </a:solidFill>
                <a:latin typeface="rival-sans"/>
              </a:rPr>
              <a:t>AgentFold: Long-Horizon Web Agents with Proactive Context Management (2025)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pic>
        <p:nvPicPr>
          <p:cNvPr id="6" name="Picture 4" descr="Big data ">
            <a:extLst>
              <a:ext uri="{FF2B5EF4-FFF2-40B4-BE49-F238E27FC236}">
                <a16:creationId xmlns:a16="http://schemas.microsoft.com/office/drawing/2014/main" id="{E7A10FCE-B5E3-2B73-D60D-0A3A9186C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08D5CDFE-7CBB-1EF6-7D96-11FA71936D30}"/>
              </a:ext>
            </a:extLst>
          </p:cNvPr>
          <p:cNvGrpSpPr/>
          <p:nvPr/>
        </p:nvGrpSpPr>
        <p:grpSpPr>
          <a:xfrm>
            <a:off x="1733550" y="1159260"/>
            <a:ext cx="1415020" cy="2140608"/>
            <a:chOff x="1733550" y="1159260"/>
            <a:chExt cx="1415020" cy="2140608"/>
          </a:xfrm>
        </p:grpSpPr>
        <p:sp>
          <p:nvSpPr>
            <p:cNvPr id="8" name="Rounded Rectangle 3">
              <a:extLst>
                <a:ext uri="{FF2B5EF4-FFF2-40B4-BE49-F238E27FC236}">
                  <a16:creationId xmlns:a16="http://schemas.microsoft.com/office/drawing/2014/main" id="{9DA8689F-0E11-D827-4090-D63686BF8BBE}"/>
                </a:ext>
              </a:extLst>
            </p:cNvPr>
            <p:cNvSpPr/>
            <p:nvPr/>
          </p:nvSpPr>
          <p:spPr>
            <a:xfrm>
              <a:off x="2026385" y="2033404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  <p:sp>
          <p:nvSpPr>
            <p:cNvPr id="9" name="Rounded Rectangle 3">
              <a:extLst>
                <a:ext uri="{FF2B5EF4-FFF2-40B4-BE49-F238E27FC236}">
                  <a16:creationId xmlns:a16="http://schemas.microsoft.com/office/drawing/2014/main" id="{C3E7BA4C-D4BD-FDF1-E9A4-9780ED5D5BC1}"/>
                </a:ext>
              </a:extLst>
            </p:cNvPr>
            <p:cNvSpPr/>
            <p:nvPr/>
          </p:nvSpPr>
          <p:spPr>
            <a:xfrm>
              <a:off x="2033138" y="1159260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  <p:sp>
          <p:nvSpPr>
            <p:cNvPr id="10" name="Rounded Rectangle 3">
              <a:extLst>
                <a:ext uri="{FF2B5EF4-FFF2-40B4-BE49-F238E27FC236}">
                  <a16:creationId xmlns:a16="http://schemas.microsoft.com/office/drawing/2014/main" id="{2F3F2765-AC3B-3020-5824-23BB51AFAD86}"/>
                </a:ext>
              </a:extLst>
            </p:cNvPr>
            <p:cNvSpPr/>
            <p:nvPr/>
          </p:nvSpPr>
          <p:spPr>
            <a:xfrm>
              <a:off x="2033138" y="1596332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/>
                <a:t>Tool Output</a:t>
              </a:r>
            </a:p>
          </p:txBody>
        </p:sp>
        <p:sp>
          <p:nvSpPr>
            <p:cNvPr id="11" name="Rounded Rectangle 3">
              <a:extLst>
                <a:ext uri="{FF2B5EF4-FFF2-40B4-BE49-F238E27FC236}">
                  <a16:creationId xmlns:a16="http://schemas.microsoft.com/office/drawing/2014/main" id="{E45A94EE-C25E-0FEF-5966-86B8F00D4B9E}"/>
                </a:ext>
              </a:extLst>
            </p:cNvPr>
            <p:cNvSpPr/>
            <p:nvPr/>
          </p:nvSpPr>
          <p:spPr>
            <a:xfrm>
              <a:off x="2033138" y="2470476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/>
                <a:t>Tool Output</a:t>
              </a:r>
            </a:p>
          </p:txBody>
        </p:sp>
        <p:sp>
          <p:nvSpPr>
            <p:cNvPr id="12" name="Rounded Rectangle 3">
              <a:extLst>
                <a:ext uri="{FF2B5EF4-FFF2-40B4-BE49-F238E27FC236}">
                  <a16:creationId xmlns:a16="http://schemas.microsoft.com/office/drawing/2014/main" id="{55E74768-8EDC-2CC8-B1A1-351138F7103F}"/>
                </a:ext>
              </a:extLst>
            </p:cNvPr>
            <p:cNvSpPr/>
            <p:nvPr/>
          </p:nvSpPr>
          <p:spPr>
            <a:xfrm>
              <a:off x="2033138" y="2910196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/>
                <a:t>…</a:t>
              </a: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B98178F0-15A0-4B6A-B459-9334E53FF528}"/>
                </a:ext>
              </a:extLst>
            </p:cNvPr>
            <p:cNvCxnSpPr>
              <a:endCxn id="9" idx="1"/>
            </p:cNvCxnSpPr>
            <p:nvPr/>
          </p:nvCxnSpPr>
          <p:spPr>
            <a:xfrm>
              <a:off x="1733550" y="1354096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F99FE84A-192D-5E85-4A60-5B743AB0D7F5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1733550" y="1791168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71F7E89C-E451-D507-6C38-DA6915F152D1}"/>
                </a:ext>
              </a:extLst>
            </p:cNvPr>
            <p:cNvCxnSpPr/>
            <p:nvPr/>
          </p:nvCxnSpPr>
          <p:spPr>
            <a:xfrm>
              <a:off x="1743644" y="2228240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FE81732F-7A79-8248-1474-1D2A2C692B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43644" y="2665312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 descr="Fire ">
            <a:extLst>
              <a:ext uri="{FF2B5EF4-FFF2-40B4-BE49-F238E27FC236}">
                <a16:creationId xmlns:a16="http://schemas.microsoft.com/office/drawing/2014/main" id="{AE09040E-F736-6A68-E215-F452AA91E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01" y="3031784"/>
            <a:ext cx="581440" cy="58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B4A985D-0DB6-D97D-CF59-E46EC93B8563}"/>
              </a:ext>
            </a:extLst>
          </p:cNvPr>
          <p:cNvCxnSpPr/>
          <p:nvPr/>
        </p:nvCxnSpPr>
        <p:spPr>
          <a:xfrm>
            <a:off x="1746250" y="3885590"/>
            <a:ext cx="2995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04BB8EF-10AB-99D9-4372-F0D4AE206840}"/>
              </a:ext>
            </a:extLst>
          </p:cNvPr>
          <p:cNvSpPr txBox="1"/>
          <p:nvPr/>
        </p:nvSpPr>
        <p:spPr>
          <a:xfrm>
            <a:off x="2043232" y="3754785"/>
            <a:ext cx="34114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noProof="0" dirty="0"/>
              <a:t>Fold</a:t>
            </a:r>
            <a:r>
              <a:rPr lang="en-US" sz="1100" noProof="0" dirty="0"/>
              <a:t>(Step 3 – 4, “Search: World’s Best Chocolate”)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2553FAE7-2087-56CC-1B3F-8AC0673CDDBE}"/>
              </a:ext>
            </a:extLst>
          </p:cNvPr>
          <p:cNvSpPr/>
          <p:nvPr/>
        </p:nvSpPr>
        <p:spPr>
          <a:xfrm>
            <a:off x="107684" y="1792409"/>
            <a:ext cx="1219200" cy="481990"/>
          </a:xfrm>
          <a:prstGeom prst="wedgeRoundRectCallout">
            <a:avLst>
              <a:gd name="adj1" fmla="val 24306"/>
              <a:gd name="adj2" fmla="val 64573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Requires Model Fine-Tuning</a:t>
            </a:r>
          </a:p>
        </p:txBody>
      </p:sp>
    </p:spTree>
    <p:extLst>
      <p:ext uri="{BB962C8B-B14F-4D97-AF65-F5344CB8AC3E}">
        <p14:creationId xmlns:p14="http://schemas.microsoft.com/office/powerpoint/2010/main" val="425536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EA1AD-A3ED-3A61-A10F-2836B621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1E9480B6-D4A8-F667-9FFE-3B1628012A63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8253EF-F76B-96A4-D691-402B59CFBD41}"/>
              </a:ext>
            </a:extLst>
          </p:cNvPr>
          <p:cNvSpPr txBox="1"/>
          <p:nvPr/>
        </p:nvSpPr>
        <p:spPr>
          <a:xfrm>
            <a:off x="0" y="6502719"/>
            <a:ext cx="95385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noProof="0" dirty="0">
                <a:solidFill>
                  <a:srgbClr val="000000"/>
                </a:solidFill>
                <a:latin typeface="rival-sans"/>
              </a:rPr>
              <a:t>AgentFold: Long-Horizon Web Agents with Proactive Context Management (2025)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pic>
        <p:nvPicPr>
          <p:cNvPr id="6" name="Picture 4" descr="Big data ">
            <a:extLst>
              <a:ext uri="{FF2B5EF4-FFF2-40B4-BE49-F238E27FC236}">
                <a16:creationId xmlns:a16="http://schemas.microsoft.com/office/drawing/2014/main" id="{788D2E5F-E368-9109-D2DF-E5EADF04C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C7BB1242-3ACE-34A5-4D0B-039F3673F1E5}"/>
              </a:ext>
            </a:extLst>
          </p:cNvPr>
          <p:cNvGrpSpPr/>
          <p:nvPr/>
        </p:nvGrpSpPr>
        <p:grpSpPr>
          <a:xfrm>
            <a:off x="1733550" y="1159260"/>
            <a:ext cx="1415020" cy="2140608"/>
            <a:chOff x="1733550" y="1159260"/>
            <a:chExt cx="1415020" cy="2140608"/>
          </a:xfrm>
        </p:grpSpPr>
        <p:sp>
          <p:nvSpPr>
            <p:cNvPr id="8" name="Rounded Rectangle 3">
              <a:extLst>
                <a:ext uri="{FF2B5EF4-FFF2-40B4-BE49-F238E27FC236}">
                  <a16:creationId xmlns:a16="http://schemas.microsoft.com/office/drawing/2014/main" id="{5E18A7F3-940B-4D7D-BC4E-254009A15026}"/>
                </a:ext>
              </a:extLst>
            </p:cNvPr>
            <p:cNvSpPr/>
            <p:nvPr/>
          </p:nvSpPr>
          <p:spPr>
            <a:xfrm>
              <a:off x="2026385" y="2033404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  <p:sp>
          <p:nvSpPr>
            <p:cNvPr id="9" name="Rounded Rectangle 3">
              <a:extLst>
                <a:ext uri="{FF2B5EF4-FFF2-40B4-BE49-F238E27FC236}">
                  <a16:creationId xmlns:a16="http://schemas.microsoft.com/office/drawing/2014/main" id="{5932E09F-E9E9-29AF-110F-2D5361C1DF59}"/>
                </a:ext>
              </a:extLst>
            </p:cNvPr>
            <p:cNvSpPr/>
            <p:nvPr/>
          </p:nvSpPr>
          <p:spPr>
            <a:xfrm>
              <a:off x="2033138" y="1159260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  <p:sp>
          <p:nvSpPr>
            <p:cNvPr id="10" name="Rounded Rectangle 3">
              <a:extLst>
                <a:ext uri="{FF2B5EF4-FFF2-40B4-BE49-F238E27FC236}">
                  <a16:creationId xmlns:a16="http://schemas.microsoft.com/office/drawing/2014/main" id="{044EB915-7BDB-6D53-264E-74246A96B1A3}"/>
                </a:ext>
              </a:extLst>
            </p:cNvPr>
            <p:cNvSpPr/>
            <p:nvPr/>
          </p:nvSpPr>
          <p:spPr>
            <a:xfrm>
              <a:off x="2033138" y="1596332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/>
                <a:t>Tool Output</a:t>
              </a:r>
            </a:p>
          </p:txBody>
        </p:sp>
        <p:sp>
          <p:nvSpPr>
            <p:cNvPr id="11" name="Rounded Rectangle 3">
              <a:extLst>
                <a:ext uri="{FF2B5EF4-FFF2-40B4-BE49-F238E27FC236}">
                  <a16:creationId xmlns:a16="http://schemas.microsoft.com/office/drawing/2014/main" id="{C4C925A6-8BD6-98CD-8E48-D4DEEF412E8A}"/>
                </a:ext>
              </a:extLst>
            </p:cNvPr>
            <p:cNvSpPr/>
            <p:nvPr/>
          </p:nvSpPr>
          <p:spPr>
            <a:xfrm>
              <a:off x="2033138" y="2470476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/>
                <a:t>Tool Output</a:t>
              </a:r>
            </a:p>
          </p:txBody>
        </p:sp>
        <p:sp>
          <p:nvSpPr>
            <p:cNvPr id="12" name="Rounded Rectangle 3">
              <a:extLst>
                <a:ext uri="{FF2B5EF4-FFF2-40B4-BE49-F238E27FC236}">
                  <a16:creationId xmlns:a16="http://schemas.microsoft.com/office/drawing/2014/main" id="{D56FEB58-8A59-4600-2F13-77BB99547902}"/>
                </a:ext>
              </a:extLst>
            </p:cNvPr>
            <p:cNvSpPr/>
            <p:nvPr/>
          </p:nvSpPr>
          <p:spPr>
            <a:xfrm>
              <a:off x="2033138" y="2910196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/>
                <a:t>…</a:t>
              </a: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9E5EE0A2-F105-C960-BED3-F1644CBDAACE}"/>
                </a:ext>
              </a:extLst>
            </p:cNvPr>
            <p:cNvCxnSpPr>
              <a:endCxn id="9" idx="1"/>
            </p:cNvCxnSpPr>
            <p:nvPr/>
          </p:nvCxnSpPr>
          <p:spPr>
            <a:xfrm>
              <a:off x="1733550" y="1354096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FFE3A6DA-FCBB-1230-071F-C6675E37CE04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1733550" y="1791168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EB4280DD-21B2-8BF7-3BC5-DF91F97E2847}"/>
                </a:ext>
              </a:extLst>
            </p:cNvPr>
            <p:cNvCxnSpPr/>
            <p:nvPr/>
          </p:nvCxnSpPr>
          <p:spPr>
            <a:xfrm>
              <a:off x="1743644" y="2228240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DB4B5B1B-FA77-CA6C-5005-E1B115DDE6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43644" y="2665312"/>
              <a:ext cx="2995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 descr="Fire ">
            <a:extLst>
              <a:ext uri="{FF2B5EF4-FFF2-40B4-BE49-F238E27FC236}">
                <a16:creationId xmlns:a16="http://schemas.microsoft.com/office/drawing/2014/main" id="{975996E6-70CC-5F5B-757E-5ECBE1D37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01" y="3031784"/>
            <a:ext cx="581440" cy="58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E93BD95-DFB5-B564-F360-7BDAE121F0F8}"/>
              </a:ext>
            </a:extLst>
          </p:cNvPr>
          <p:cNvCxnSpPr/>
          <p:nvPr/>
        </p:nvCxnSpPr>
        <p:spPr>
          <a:xfrm>
            <a:off x="1746250" y="3885590"/>
            <a:ext cx="2995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92CC87B-78D3-CCCC-58D1-836D6C37D49D}"/>
              </a:ext>
            </a:extLst>
          </p:cNvPr>
          <p:cNvSpPr txBox="1"/>
          <p:nvPr/>
        </p:nvSpPr>
        <p:spPr>
          <a:xfrm>
            <a:off x="2043232" y="3754785"/>
            <a:ext cx="34114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noProof="0" dirty="0"/>
              <a:t>Fold</a:t>
            </a:r>
            <a:r>
              <a:rPr lang="en-US" sz="1100" noProof="0" dirty="0"/>
              <a:t>(Step 3 – 4, “Search: World’s Best Chocolate”)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CD7B63A1-0079-EFA0-070B-24D02D2B8133}"/>
              </a:ext>
            </a:extLst>
          </p:cNvPr>
          <p:cNvSpPr/>
          <p:nvPr/>
        </p:nvSpPr>
        <p:spPr>
          <a:xfrm>
            <a:off x="107684" y="1792409"/>
            <a:ext cx="1219200" cy="481990"/>
          </a:xfrm>
          <a:prstGeom prst="wedgeRoundRectCallout">
            <a:avLst>
              <a:gd name="adj1" fmla="val 24306"/>
              <a:gd name="adj2" fmla="val 64573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Requires Model Fine-Tuning</a:t>
            </a:r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1DCBF208-60FB-E426-98AE-5C793E1DF68F}"/>
              </a:ext>
            </a:extLst>
          </p:cNvPr>
          <p:cNvSpPr/>
          <p:nvPr/>
        </p:nvSpPr>
        <p:spPr>
          <a:xfrm>
            <a:off x="6702940" y="1159533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/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186055B3-DEAF-92E2-A2CA-B6062693E5A6}"/>
              </a:ext>
            </a:extLst>
          </p:cNvPr>
          <p:cNvSpPr/>
          <p:nvPr/>
        </p:nvSpPr>
        <p:spPr>
          <a:xfrm>
            <a:off x="6702940" y="1596605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Tool Output</a:t>
            </a:r>
          </a:p>
        </p:txBody>
      </p: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3AD8FC69-6C44-D4E9-0E81-B2499BBDB96E}"/>
              </a:ext>
            </a:extLst>
          </p:cNvPr>
          <p:cNvSpPr/>
          <p:nvPr/>
        </p:nvSpPr>
        <p:spPr>
          <a:xfrm>
            <a:off x="6702940" y="2470749"/>
            <a:ext cx="2079974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i="1" dirty="0"/>
              <a:t>Searched for the World’s Best Chocolate …</a:t>
            </a:r>
            <a:endParaRPr lang="en-US" sz="1200" i="1" noProof="0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DBC1F8C-CB7D-A9A7-7C7A-522E3D08ACD0}"/>
              </a:ext>
            </a:extLst>
          </p:cNvPr>
          <p:cNvCxnSpPr>
            <a:endCxn id="18" idx="1"/>
          </p:cNvCxnSpPr>
          <p:nvPr/>
        </p:nvCxnSpPr>
        <p:spPr>
          <a:xfrm>
            <a:off x="6403352" y="1354369"/>
            <a:ext cx="2995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5A58B85-6F7A-15BA-A9E2-4C769D23731D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6403352" y="1791441"/>
            <a:ext cx="2995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64DBF35-C40D-27A2-BFCA-BB7E63F3CF10}"/>
              </a:ext>
            </a:extLst>
          </p:cNvPr>
          <p:cNvCxnSpPr/>
          <p:nvPr/>
        </p:nvCxnSpPr>
        <p:spPr>
          <a:xfrm>
            <a:off x="6413446" y="2228513"/>
            <a:ext cx="2995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66697C5-8679-F22D-9148-1137FC89F09F}"/>
              </a:ext>
            </a:extLst>
          </p:cNvPr>
          <p:cNvCxnSpPr>
            <a:cxnSpLocks/>
          </p:cNvCxnSpPr>
          <p:nvPr/>
        </p:nvCxnSpPr>
        <p:spPr>
          <a:xfrm flipH="1">
            <a:off x="6413446" y="2665585"/>
            <a:ext cx="2995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ounded Rectangle 3">
            <a:extLst>
              <a:ext uri="{FF2B5EF4-FFF2-40B4-BE49-F238E27FC236}">
                <a16:creationId xmlns:a16="http://schemas.microsoft.com/office/drawing/2014/main" id="{F41EE917-6773-81D0-039B-C13D525729CA}"/>
              </a:ext>
            </a:extLst>
          </p:cNvPr>
          <p:cNvSpPr/>
          <p:nvPr/>
        </p:nvSpPr>
        <p:spPr>
          <a:xfrm>
            <a:off x="6702940" y="295522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…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A92C440-CFA6-07DC-2CF2-F5C5E8FB6792}"/>
              </a:ext>
            </a:extLst>
          </p:cNvPr>
          <p:cNvCxnSpPr/>
          <p:nvPr/>
        </p:nvCxnSpPr>
        <p:spPr>
          <a:xfrm>
            <a:off x="6432442" y="3150058"/>
            <a:ext cx="2995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495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F89D3-AD11-CC22-54B8-C8511088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2F844A42-8FCE-928E-A116-EBA50F568694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1264D8D-9C72-BA83-095F-924476486A6D}"/>
              </a:ext>
            </a:extLst>
          </p:cNvPr>
          <p:cNvGrpSpPr/>
          <p:nvPr/>
        </p:nvGrpSpPr>
        <p:grpSpPr>
          <a:xfrm>
            <a:off x="1733550" y="1159260"/>
            <a:ext cx="1415020" cy="826744"/>
            <a:chOff x="1733550" y="1159260"/>
            <a:chExt cx="1415020" cy="826744"/>
          </a:xfrm>
        </p:grpSpPr>
        <p:sp>
          <p:nvSpPr>
            <p:cNvPr id="9" name="Rounded Rectangle 3">
              <a:extLst>
                <a:ext uri="{FF2B5EF4-FFF2-40B4-BE49-F238E27FC236}">
                  <a16:creationId xmlns:a16="http://schemas.microsoft.com/office/drawing/2014/main" id="{A37C7073-B726-DE41-5234-9DD47A392556}"/>
                </a:ext>
              </a:extLst>
            </p:cNvPr>
            <p:cNvSpPr/>
            <p:nvPr/>
          </p:nvSpPr>
          <p:spPr>
            <a:xfrm>
              <a:off x="2033138" y="1159260"/>
              <a:ext cx="1115432" cy="389672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/>
                <a:t>T</a:t>
              </a:r>
              <a:r>
                <a:rPr lang="en-US" altLang="zh-CN" sz="1400" noProof="0" dirty="0"/>
                <a:t>ask</a:t>
              </a:r>
              <a:endParaRPr lang="en-US" sz="1400" noProof="0" dirty="0"/>
            </a:p>
          </p:txBody>
        </p:sp>
        <p:sp>
          <p:nvSpPr>
            <p:cNvPr id="10" name="Rounded Rectangle 3">
              <a:extLst>
                <a:ext uri="{FF2B5EF4-FFF2-40B4-BE49-F238E27FC236}">
                  <a16:creationId xmlns:a16="http://schemas.microsoft.com/office/drawing/2014/main" id="{E6B03890-15B0-36CC-DE88-EEECB50DBDA9}"/>
                </a:ext>
              </a:extLst>
            </p:cNvPr>
            <p:cNvSpPr/>
            <p:nvPr/>
          </p:nvSpPr>
          <p:spPr>
            <a:xfrm>
              <a:off x="2033138" y="1596332"/>
              <a:ext cx="1115432" cy="3896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spawn</a:t>
              </a:r>
              <a:endParaRPr lang="en-US" sz="1400" noProof="0" dirty="0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2F9DE5BA-4B9B-B78E-50FE-65EF97EEB71F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1733550" y="1354096"/>
              <a:ext cx="299588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4B22FDEC-5C52-032E-7099-47660056C702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1733550" y="1791168"/>
              <a:ext cx="299588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6" name="Picture 4" descr="Big data ">
            <a:extLst>
              <a:ext uri="{FF2B5EF4-FFF2-40B4-BE49-F238E27FC236}">
                <a16:creationId xmlns:a16="http://schemas.microsoft.com/office/drawing/2014/main" id="{DA763346-E49C-755E-6792-F649B2F65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8240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46B33-22A7-3A64-234C-1B03DBFC2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9B5E4ABF-46B9-347D-9E12-A3DCF7E782B2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DD46CE9D-36E2-87BC-E66B-19E28C09413F}"/>
              </a:ext>
            </a:extLst>
          </p:cNvPr>
          <p:cNvSpPr/>
          <p:nvPr/>
        </p:nvSpPr>
        <p:spPr>
          <a:xfrm>
            <a:off x="2033138" y="1159260"/>
            <a:ext cx="1115432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</a:t>
            </a:r>
            <a:r>
              <a:rPr lang="en-US" altLang="zh-CN" sz="1400" noProof="0" dirty="0"/>
              <a:t>ask</a:t>
            </a:r>
            <a:endParaRPr lang="en-US" sz="1400" noProof="0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ACA3E6E6-A8AC-C151-060F-7B74D113F3A5}"/>
              </a:ext>
            </a:extLst>
          </p:cNvPr>
          <p:cNvSpPr/>
          <p:nvPr/>
        </p:nvSpPr>
        <p:spPr>
          <a:xfrm>
            <a:off x="2033138" y="15963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spawn</a:t>
            </a:r>
            <a:endParaRPr lang="en-US" sz="1400" noProof="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D54D9FB-250A-B887-E901-D65D7FE09DDA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733550" y="1354096"/>
            <a:ext cx="29958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ED7266E-4AA5-75F2-51E9-E8400D675152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733550" y="1791168"/>
            <a:ext cx="29958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Picture 4" descr="Big data ">
            <a:extLst>
              <a:ext uri="{FF2B5EF4-FFF2-40B4-BE49-F238E27FC236}">
                <a16:creationId xmlns:a16="http://schemas.microsoft.com/office/drawing/2014/main" id="{B485C960-17E4-7E2D-414C-85CFF240B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87463F1B-6E01-BD59-2326-48071A9CD60D}"/>
              </a:ext>
            </a:extLst>
          </p:cNvPr>
          <p:cNvSpPr/>
          <p:nvPr/>
        </p:nvSpPr>
        <p:spPr>
          <a:xfrm>
            <a:off x="3576188" y="1998236"/>
            <a:ext cx="1115432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subt</a:t>
            </a:r>
            <a:r>
              <a:rPr lang="en-US" altLang="zh-CN" sz="1400" noProof="0" dirty="0"/>
              <a:t>ask</a:t>
            </a:r>
            <a:endParaRPr lang="en-US" sz="1400" noProof="0" dirty="0"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B309B935-5B65-7145-4DEB-3BFDE2585F2A}"/>
              </a:ext>
            </a:extLst>
          </p:cNvPr>
          <p:cNvSpPr/>
          <p:nvPr/>
        </p:nvSpPr>
        <p:spPr>
          <a:xfrm>
            <a:off x="3569435" y="242307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4C7D1572-0290-97D3-7D0C-E083CCEC21A9}"/>
              </a:ext>
            </a:extLst>
          </p:cNvPr>
          <p:cNvSpPr/>
          <p:nvPr/>
        </p:nvSpPr>
        <p:spPr>
          <a:xfrm>
            <a:off x="3576188" y="286014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Tool Output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6D7E32CE-1CCB-7E11-497B-DFB1C42478CC}"/>
              </a:ext>
            </a:extLst>
          </p:cNvPr>
          <p:cNvSpPr/>
          <p:nvPr/>
        </p:nvSpPr>
        <p:spPr>
          <a:xfrm>
            <a:off x="3569435" y="329722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…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4BFD5F29-C902-B3F7-FBF8-E3AAB3822A8B}"/>
              </a:ext>
            </a:extLst>
          </p:cNvPr>
          <p:cNvSpPr/>
          <p:nvPr/>
        </p:nvSpPr>
        <p:spPr>
          <a:xfrm>
            <a:off x="3569435" y="373357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07EF5B-AC03-552D-D8C5-A77A37C2DEF1}"/>
              </a:ext>
            </a:extLst>
          </p:cNvPr>
          <p:cNvSpPr txBox="1"/>
          <p:nvPr/>
        </p:nvSpPr>
        <p:spPr>
          <a:xfrm>
            <a:off x="3749895" y="1714708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noProof="0" dirty="0"/>
              <a:t>Subagent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</p:spTree>
    <p:extLst>
      <p:ext uri="{BB962C8B-B14F-4D97-AF65-F5344CB8AC3E}">
        <p14:creationId xmlns:p14="http://schemas.microsoft.com/office/powerpoint/2010/main" val="805207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91E6-1932-1872-F713-33ABE6947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DA5438EE-FAB7-2DA6-6EA3-BF104FAD73C5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BF64DF65-C5E7-1483-9C62-CECE9D463BD6}"/>
              </a:ext>
            </a:extLst>
          </p:cNvPr>
          <p:cNvSpPr/>
          <p:nvPr/>
        </p:nvSpPr>
        <p:spPr>
          <a:xfrm>
            <a:off x="2033138" y="1159260"/>
            <a:ext cx="1115432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</a:t>
            </a:r>
            <a:r>
              <a:rPr lang="en-US" altLang="zh-CN" sz="1400" noProof="0" dirty="0"/>
              <a:t>ask</a:t>
            </a:r>
            <a:endParaRPr lang="en-US" sz="1400" noProof="0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1448A6D3-DC33-8E32-5D01-CAB6F84E2862}"/>
              </a:ext>
            </a:extLst>
          </p:cNvPr>
          <p:cNvSpPr/>
          <p:nvPr/>
        </p:nvSpPr>
        <p:spPr>
          <a:xfrm>
            <a:off x="2033138" y="15963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spawn</a:t>
            </a:r>
            <a:endParaRPr lang="en-US" sz="1400" noProof="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3FE7EA8-CF2A-64FC-5933-0C19A02DE4FE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733550" y="1354096"/>
            <a:ext cx="29958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F7BEE9E-EE6F-E6B6-BB3A-6B2A9444411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733550" y="1791168"/>
            <a:ext cx="29958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Picture 4" descr="Big data ">
            <a:extLst>
              <a:ext uri="{FF2B5EF4-FFF2-40B4-BE49-F238E27FC236}">
                <a16:creationId xmlns:a16="http://schemas.microsoft.com/office/drawing/2014/main" id="{391032C3-2F97-9C66-5A7F-8590B8C2A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502E2F3F-5D57-EB07-B2BF-14601097F0D7}"/>
              </a:ext>
            </a:extLst>
          </p:cNvPr>
          <p:cNvSpPr/>
          <p:nvPr/>
        </p:nvSpPr>
        <p:spPr>
          <a:xfrm>
            <a:off x="3576188" y="1998236"/>
            <a:ext cx="1115432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subt</a:t>
            </a:r>
            <a:r>
              <a:rPr lang="en-US" altLang="zh-CN" sz="1400" noProof="0" dirty="0"/>
              <a:t>ask</a:t>
            </a:r>
            <a:endParaRPr lang="en-US" sz="1400" noProof="0" dirty="0"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4CF88193-F2CB-0BBA-1F98-E32FDDC9E751}"/>
              </a:ext>
            </a:extLst>
          </p:cNvPr>
          <p:cNvSpPr/>
          <p:nvPr/>
        </p:nvSpPr>
        <p:spPr>
          <a:xfrm>
            <a:off x="3569435" y="242307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6B0C111B-5009-9166-41A7-A8F07697669C}"/>
              </a:ext>
            </a:extLst>
          </p:cNvPr>
          <p:cNvSpPr/>
          <p:nvPr/>
        </p:nvSpPr>
        <p:spPr>
          <a:xfrm>
            <a:off x="3576188" y="286014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Tool Output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BDAA56B8-D526-0143-F7DC-26C5185276EB}"/>
              </a:ext>
            </a:extLst>
          </p:cNvPr>
          <p:cNvSpPr/>
          <p:nvPr/>
        </p:nvSpPr>
        <p:spPr>
          <a:xfrm>
            <a:off x="3569435" y="329722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…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8B7DA8DB-3480-E64F-7D46-DC7E2B1AF058}"/>
              </a:ext>
            </a:extLst>
          </p:cNvPr>
          <p:cNvSpPr/>
          <p:nvPr/>
        </p:nvSpPr>
        <p:spPr>
          <a:xfrm>
            <a:off x="3569435" y="373357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Return: 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C424E34-5601-9332-850D-9D7ED2BB236F}"/>
              </a:ext>
            </a:extLst>
          </p:cNvPr>
          <p:cNvSpPr txBox="1"/>
          <p:nvPr/>
        </p:nvSpPr>
        <p:spPr>
          <a:xfrm>
            <a:off x="3749895" y="1714708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noProof="0" dirty="0"/>
              <a:t>Subagent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F3D7928C-798B-6573-5E5A-6E9BCCAC178E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733550" y="2193072"/>
            <a:ext cx="184263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871D3A8-38DB-54A2-CF97-44CB70284CFA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733550" y="2612172"/>
            <a:ext cx="1835885" cy="574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751BFCD-9C46-C27B-3136-ACE206AC5D4A}"/>
              </a:ext>
            </a:extLst>
          </p:cNvPr>
          <p:cNvSpPr txBox="1"/>
          <p:nvPr/>
        </p:nvSpPr>
        <p:spPr>
          <a:xfrm>
            <a:off x="2274236" y="2924179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b="1" noProof="0" dirty="0"/>
              <a:t>…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BE0B5AC-545E-0BCC-2493-FF1CE4763BE5}"/>
              </a:ext>
            </a:extLst>
          </p:cNvPr>
          <p:cNvCxnSpPr>
            <a:cxnSpLocks/>
          </p:cNvCxnSpPr>
          <p:nvPr/>
        </p:nvCxnSpPr>
        <p:spPr>
          <a:xfrm>
            <a:off x="1740303" y="3922668"/>
            <a:ext cx="1835885" cy="574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268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7533F-4F1B-C4F1-94FF-207CF60B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50906774-C02D-C4F1-7840-5293D64EC1E7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67ECA3E0-33F4-AB5E-9B92-6E44121A6A02}"/>
              </a:ext>
            </a:extLst>
          </p:cNvPr>
          <p:cNvSpPr/>
          <p:nvPr/>
        </p:nvSpPr>
        <p:spPr>
          <a:xfrm>
            <a:off x="2033138" y="1159260"/>
            <a:ext cx="1115432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</a:t>
            </a:r>
            <a:r>
              <a:rPr lang="en-US" altLang="zh-CN" sz="1400" noProof="0" dirty="0"/>
              <a:t>ask</a:t>
            </a:r>
            <a:endParaRPr lang="en-US" sz="1400" noProof="0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70D45454-468D-0D7A-8EE0-6D9B490D61C8}"/>
              </a:ext>
            </a:extLst>
          </p:cNvPr>
          <p:cNvSpPr/>
          <p:nvPr/>
        </p:nvSpPr>
        <p:spPr>
          <a:xfrm>
            <a:off x="2033138" y="15963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spawn</a:t>
            </a:r>
            <a:endParaRPr lang="en-US" sz="1400" noProof="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47B7B48-ADD6-7899-EBBA-2A6B81A6EC99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733550" y="1354096"/>
            <a:ext cx="29958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245CB52-EB9F-7741-1AFF-ABDCE95F6FE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733550" y="1791168"/>
            <a:ext cx="29958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Picture 4" descr="Big data ">
            <a:extLst>
              <a:ext uri="{FF2B5EF4-FFF2-40B4-BE49-F238E27FC236}">
                <a16:creationId xmlns:a16="http://schemas.microsoft.com/office/drawing/2014/main" id="{357C16EB-FECF-CCEC-1D0F-9172A4F7E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28AEAAC1-A5C0-0476-F0B7-115E5B10B09E}"/>
              </a:ext>
            </a:extLst>
          </p:cNvPr>
          <p:cNvSpPr/>
          <p:nvPr/>
        </p:nvSpPr>
        <p:spPr>
          <a:xfrm>
            <a:off x="3576188" y="1998236"/>
            <a:ext cx="1115432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subt</a:t>
            </a:r>
            <a:r>
              <a:rPr lang="en-US" altLang="zh-CN" sz="1400" noProof="0" dirty="0"/>
              <a:t>ask</a:t>
            </a:r>
            <a:endParaRPr lang="en-US" sz="1400" noProof="0" dirty="0"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363B5919-82BD-185E-64FF-34F134307CC9}"/>
              </a:ext>
            </a:extLst>
          </p:cNvPr>
          <p:cNvSpPr/>
          <p:nvPr/>
        </p:nvSpPr>
        <p:spPr>
          <a:xfrm>
            <a:off x="3569435" y="242307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4C35A495-D38D-46E8-D355-DE9A80CFB822}"/>
              </a:ext>
            </a:extLst>
          </p:cNvPr>
          <p:cNvSpPr/>
          <p:nvPr/>
        </p:nvSpPr>
        <p:spPr>
          <a:xfrm>
            <a:off x="3576188" y="286014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Tool Output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2E3B0F97-A45D-CD64-20BE-AB97CFA94DC6}"/>
              </a:ext>
            </a:extLst>
          </p:cNvPr>
          <p:cNvSpPr/>
          <p:nvPr/>
        </p:nvSpPr>
        <p:spPr>
          <a:xfrm>
            <a:off x="3569435" y="329722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…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FD043FB3-D8F3-E33C-C2B1-71E65FE47289}"/>
              </a:ext>
            </a:extLst>
          </p:cNvPr>
          <p:cNvSpPr/>
          <p:nvPr/>
        </p:nvSpPr>
        <p:spPr>
          <a:xfrm>
            <a:off x="3569435" y="373357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Return: 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561198-306F-800F-4543-5CBE70BD8BFE}"/>
              </a:ext>
            </a:extLst>
          </p:cNvPr>
          <p:cNvSpPr txBox="1"/>
          <p:nvPr/>
        </p:nvSpPr>
        <p:spPr>
          <a:xfrm>
            <a:off x="3749895" y="1714708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noProof="0" dirty="0"/>
              <a:t>Subagent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289C691C-3BCF-423C-79B1-FFDA827C96A2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733550" y="2193072"/>
            <a:ext cx="184263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5E9C2FB-B569-C64A-3E06-6B62CAD9BCBB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733550" y="2612172"/>
            <a:ext cx="1835885" cy="574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67BFE712-4DAD-28A9-D43E-961C2AC997E7}"/>
              </a:ext>
            </a:extLst>
          </p:cNvPr>
          <p:cNvSpPr txBox="1"/>
          <p:nvPr/>
        </p:nvSpPr>
        <p:spPr>
          <a:xfrm>
            <a:off x="2274236" y="2924179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b="1" noProof="0" dirty="0"/>
              <a:t>…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BF533C8-205A-A89B-9881-8308D50A5EC2}"/>
              </a:ext>
            </a:extLst>
          </p:cNvPr>
          <p:cNvCxnSpPr>
            <a:cxnSpLocks/>
          </p:cNvCxnSpPr>
          <p:nvPr/>
        </p:nvCxnSpPr>
        <p:spPr>
          <a:xfrm>
            <a:off x="1740303" y="3922668"/>
            <a:ext cx="1835885" cy="574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C873C97C-A5FD-550E-AE4B-A39E816B5083}"/>
              </a:ext>
            </a:extLst>
          </p:cNvPr>
          <p:cNvSpPr/>
          <p:nvPr/>
        </p:nvSpPr>
        <p:spPr>
          <a:xfrm>
            <a:off x="2033138" y="416418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Return: …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0507E17-EB57-07E3-DCDF-567005293F89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1733550" y="4359020"/>
            <a:ext cx="29958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46C872A9-A1FD-2B95-3DC2-10EBFEA23DA1}"/>
              </a:ext>
            </a:extLst>
          </p:cNvPr>
          <p:cNvSpPr txBox="1"/>
          <p:nvPr/>
        </p:nvSpPr>
        <p:spPr>
          <a:xfrm>
            <a:off x="2213598" y="4658827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b="1" noProof="0" dirty="0"/>
              <a:t>…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</p:spTree>
    <p:extLst>
      <p:ext uri="{BB962C8B-B14F-4D97-AF65-F5344CB8AC3E}">
        <p14:creationId xmlns:p14="http://schemas.microsoft.com/office/powerpoint/2010/main" val="191003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92EA9-DD5D-6EEE-928F-4219FA899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468778E5-30E1-8147-B6CC-7D9354D73458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097EC779-1921-B252-5464-204598D85D0C}"/>
              </a:ext>
            </a:extLst>
          </p:cNvPr>
          <p:cNvSpPr/>
          <p:nvPr/>
        </p:nvSpPr>
        <p:spPr>
          <a:xfrm>
            <a:off x="2033138" y="1159260"/>
            <a:ext cx="1115432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</a:t>
            </a:r>
            <a:r>
              <a:rPr lang="en-US" altLang="zh-CN" sz="1400" noProof="0" dirty="0"/>
              <a:t>ask</a:t>
            </a:r>
            <a:endParaRPr lang="en-US" sz="1400" noProof="0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207EAE0E-DE6C-1462-7EBC-86C9B51D4732}"/>
              </a:ext>
            </a:extLst>
          </p:cNvPr>
          <p:cNvSpPr/>
          <p:nvPr/>
        </p:nvSpPr>
        <p:spPr>
          <a:xfrm>
            <a:off x="2033138" y="15963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spawn</a:t>
            </a:r>
            <a:endParaRPr lang="en-US" sz="1400" noProof="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A96CD97-C2E3-44E7-58B7-7B46EABC2008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733550" y="1354096"/>
            <a:ext cx="29958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04E0BB8-CCB8-E92A-060B-781D79892F0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733550" y="1791168"/>
            <a:ext cx="29958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Picture 4" descr="Big data ">
            <a:extLst>
              <a:ext uri="{FF2B5EF4-FFF2-40B4-BE49-F238E27FC236}">
                <a16:creationId xmlns:a16="http://schemas.microsoft.com/office/drawing/2014/main" id="{BA98AFC7-7136-EDBB-849F-61644EC8D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5B905301-7D78-BAC6-800B-1F7A915C96D9}"/>
              </a:ext>
            </a:extLst>
          </p:cNvPr>
          <p:cNvSpPr/>
          <p:nvPr/>
        </p:nvSpPr>
        <p:spPr>
          <a:xfrm>
            <a:off x="3576188" y="1998236"/>
            <a:ext cx="1115432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subt</a:t>
            </a:r>
            <a:r>
              <a:rPr lang="en-US" altLang="zh-CN" sz="1400" noProof="0" dirty="0"/>
              <a:t>ask</a:t>
            </a:r>
            <a:endParaRPr lang="en-US" sz="1400" noProof="0" dirty="0"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62AC34F8-B8C2-2C3D-0D2C-14343C87BA69}"/>
              </a:ext>
            </a:extLst>
          </p:cNvPr>
          <p:cNvSpPr/>
          <p:nvPr/>
        </p:nvSpPr>
        <p:spPr>
          <a:xfrm>
            <a:off x="3569435" y="242307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89B4A5BC-0BBA-3F9D-7F39-A33E54A1CADB}"/>
              </a:ext>
            </a:extLst>
          </p:cNvPr>
          <p:cNvSpPr/>
          <p:nvPr/>
        </p:nvSpPr>
        <p:spPr>
          <a:xfrm>
            <a:off x="3576188" y="286014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Tool Output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FC68209B-3A75-4F6B-84B5-86723566D2CC}"/>
              </a:ext>
            </a:extLst>
          </p:cNvPr>
          <p:cNvSpPr/>
          <p:nvPr/>
        </p:nvSpPr>
        <p:spPr>
          <a:xfrm>
            <a:off x="3569435" y="329722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…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8E172135-8E8C-C854-8259-AD088E93467E}"/>
              </a:ext>
            </a:extLst>
          </p:cNvPr>
          <p:cNvSpPr/>
          <p:nvPr/>
        </p:nvSpPr>
        <p:spPr>
          <a:xfrm>
            <a:off x="3569435" y="373357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Return: 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E02D98-A81E-B31D-232A-6E45EC8D84A8}"/>
              </a:ext>
            </a:extLst>
          </p:cNvPr>
          <p:cNvSpPr txBox="1"/>
          <p:nvPr/>
        </p:nvSpPr>
        <p:spPr>
          <a:xfrm>
            <a:off x="3749895" y="1714708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noProof="0" dirty="0"/>
              <a:t>Subagent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E25BCA53-13A2-882E-E01E-7732DA2F20A4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733550" y="2193072"/>
            <a:ext cx="184263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DFBB5E7-ABE5-E64D-D0CD-B9507BF14794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733550" y="2612172"/>
            <a:ext cx="1835885" cy="574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BA54B21-3C30-9651-D051-2C8A5F811131}"/>
              </a:ext>
            </a:extLst>
          </p:cNvPr>
          <p:cNvSpPr txBox="1"/>
          <p:nvPr/>
        </p:nvSpPr>
        <p:spPr>
          <a:xfrm>
            <a:off x="2274236" y="2924179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b="1" noProof="0" dirty="0"/>
              <a:t>…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FC16DC8-97F0-DAB3-9A07-514219852837}"/>
              </a:ext>
            </a:extLst>
          </p:cNvPr>
          <p:cNvCxnSpPr>
            <a:cxnSpLocks/>
          </p:cNvCxnSpPr>
          <p:nvPr/>
        </p:nvCxnSpPr>
        <p:spPr>
          <a:xfrm>
            <a:off x="1740303" y="3922668"/>
            <a:ext cx="1835885" cy="574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805C35B9-B073-02A0-5504-8F47013A2D4A}"/>
              </a:ext>
            </a:extLst>
          </p:cNvPr>
          <p:cNvSpPr/>
          <p:nvPr/>
        </p:nvSpPr>
        <p:spPr>
          <a:xfrm>
            <a:off x="2033138" y="416418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Return: …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653EFC5-D970-785C-6A2E-411E7D214C7C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1733550" y="4359020"/>
            <a:ext cx="29958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B67D900B-2B5E-D747-17D8-E8D232ACDD27}"/>
              </a:ext>
            </a:extLst>
          </p:cNvPr>
          <p:cNvSpPr txBox="1"/>
          <p:nvPr/>
        </p:nvSpPr>
        <p:spPr>
          <a:xfrm>
            <a:off x="2213598" y="4658827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b="1" noProof="0" dirty="0"/>
              <a:t>…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FB8858C-EEDC-01A4-04BB-5339839222DB}"/>
              </a:ext>
            </a:extLst>
          </p:cNvPr>
          <p:cNvCxnSpPr/>
          <p:nvPr/>
        </p:nvCxnSpPr>
        <p:spPr>
          <a:xfrm flipH="1" flipV="1">
            <a:off x="3511550" y="1841500"/>
            <a:ext cx="1352550" cy="251752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744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6E187-0E6C-8226-4DB6-577D72053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C488B88F-AB1D-1209-4555-52C0AAA5F0B2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A6ACB8F5-9CB5-D3E7-7808-D13F1F0F4524}"/>
              </a:ext>
            </a:extLst>
          </p:cNvPr>
          <p:cNvSpPr/>
          <p:nvPr/>
        </p:nvSpPr>
        <p:spPr>
          <a:xfrm>
            <a:off x="2033138" y="1159260"/>
            <a:ext cx="1115432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</a:t>
            </a:r>
            <a:r>
              <a:rPr lang="en-US" altLang="zh-CN" sz="1400" noProof="0" dirty="0"/>
              <a:t>ask</a:t>
            </a:r>
            <a:endParaRPr lang="en-US" sz="1400" noProof="0"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BE0E2E37-960D-8B00-5E38-3700ED310FA8}"/>
              </a:ext>
            </a:extLst>
          </p:cNvPr>
          <p:cNvSpPr/>
          <p:nvPr/>
        </p:nvSpPr>
        <p:spPr>
          <a:xfrm>
            <a:off x="2033138" y="15963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spawn</a:t>
            </a:r>
            <a:endParaRPr lang="en-US" sz="1400" noProof="0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44678A1-7D24-C075-6F7C-71537DEBBEC1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733550" y="1354096"/>
            <a:ext cx="29958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148D33E-47E5-62CD-6E0F-7BB26FC550AE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733550" y="1791168"/>
            <a:ext cx="29958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641B39A9-6D55-3BC5-88ED-26A5C97843AB}"/>
              </a:ext>
            </a:extLst>
          </p:cNvPr>
          <p:cNvSpPr/>
          <p:nvPr/>
        </p:nvSpPr>
        <p:spPr>
          <a:xfrm>
            <a:off x="3576188" y="1998236"/>
            <a:ext cx="1115432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subt</a:t>
            </a:r>
            <a:r>
              <a:rPr lang="en-US" altLang="zh-CN" sz="1400" noProof="0" dirty="0"/>
              <a:t>ask</a:t>
            </a:r>
            <a:endParaRPr lang="en-US" sz="1400" noProof="0" dirty="0"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3A1EBDB9-1F9E-D9D9-BC47-75DC910E4BEA}"/>
              </a:ext>
            </a:extLst>
          </p:cNvPr>
          <p:cNvSpPr/>
          <p:nvPr/>
        </p:nvSpPr>
        <p:spPr>
          <a:xfrm>
            <a:off x="3569435" y="242307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921D187E-7244-040E-1AD3-3A013B6290BA}"/>
              </a:ext>
            </a:extLst>
          </p:cNvPr>
          <p:cNvSpPr/>
          <p:nvPr/>
        </p:nvSpPr>
        <p:spPr>
          <a:xfrm>
            <a:off x="3576188" y="286014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Tool Output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EC91D66C-BF69-16BD-2224-B48F5391C9AC}"/>
              </a:ext>
            </a:extLst>
          </p:cNvPr>
          <p:cNvSpPr/>
          <p:nvPr/>
        </p:nvSpPr>
        <p:spPr>
          <a:xfrm>
            <a:off x="3569435" y="329722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…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0F3CA4DD-FDA6-CFEF-1F2C-69DC150AEB52}"/>
              </a:ext>
            </a:extLst>
          </p:cNvPr>
          <p:cNvSpPr/>
          <p:nvPr/>
        </p:nvSpPr>
        <p:spPr>
          <a:xfrm>
            <a:off x="3569435" y="373357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Return: 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6E8BD6C-68A5-D268-2C7E-07A12422D729}"/>
              </a:ext>
            </a:extLst>
          </p:cNvPr>
          <p:cNvSpPr txBox="1"/>
          <p:nvPr/>
        </p:nvSpPr>
        <p:spPr>
          <a:xfrm>
            <a:off x="3749895" y="1714708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noProof="0" dirty="0"/>
              <a:t>Subagent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72DCC90-C774-6C5C-AECB-C3AE05715D93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733550" y="2193072"/>
            <a:ext cx="184263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62AC130-9D68-D9A4-5F01-3D7DE74A2F7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733550" y="2612172"/>
            <a:ext cx="1835885" cy="574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1B932BE1-5CC7-8531-1F18-8A51276549CF}"/>
              </a:ext>
            </a:extLst>
          </p:cNvPr>
          <p:cNvSpPr txBox="1"/>
          <p:nvPr/>
        </p:nvSpPr>
        <p:spPr>
          <a:xfrm>
            <a:off x="2274236" y="2924179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b="1" noProof="0" dirty="0"/>
              <a:t>…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EF90DA4-FE0C-6D35-332A-8FDD428F8DBA}"/>
              </a:ext>
            </a:extLst>
          </p:cNvPr>
          <p:cNvCxnSpPr>
            <a:cxnSpLocks/>
          </p:cNvCxnSpPr>
          <p:nvPr/>
        </p:nvCxnSpPr>
        <p:spPr>
          <a:xfrm>
            <a:off x="1740303" y="3922668"/>
            <a:ext cx="1835885" cy="574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9A78FD01-61E7-8015-DAF9-B09B369DAACD}"/>
              </a:ext>
            </a:extLst>
          </p:cNvPr>
          <p:cNvSpPr/>
          <p:nvPr/>
        </p:nvSpPr>
        <p:spPr>
          <a:xfrm>
            <a:off x="2033138" y="416418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Return: …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2C71DFA-33F7-DFE8-5D1D-F8D78C578B72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1733550" y="4359020"/>
            <a:ext cx="29958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26D1AFFA-28EB-DE33-31A4-1A1601CBFC35}"/>
              </a:ext>
            </a:extLst>
          </p:cNvPr>
          <p:cNvSpPr txBox="1"/>
          <p:nvPr/>
        </p:nvSpPr>
        <p:spPr>
          <a:xfrm>
            <a:off x="2213598" y="4658827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b="1" noProof="0" dirty="0"/>
              <a:t>…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pic>
        <p:nvPicPr>
          <p:cNvPr id="13" name="Picture 4" descr="Big data ">
            <a:extLst>
              <a:ext uri="{FF2B5EF4-FFF2-40B4-BE49-F238E27FC236}">
                <a16:creationId xmlns:a16="http://schemas.microsoft.com/office/drawing/2014/main" id="{2034B6E7-710A-1476-04DA-D39BE8F46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Fire ">
            <a:extLst>
              <a:ext uri="{FF2B5EF4-FFF2-40B4-BE49-F238E27FC236}">
                <a16:creationId xmlns:a16="http://schemas.microsoft.com/office/drawing/2014/main" id="{875C9B44-A0C2-8FC6-5E69-F844CF1B5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01" y="3031784"/>
            <a:ext cx="581440" cy="58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D4B09FB7-FD14-88AC-5741-98AA2AA92DDF}"/>
              </a:ext>
            </a:extLst>
          </p:cNvPr>
          <p:cNvSpPr/>
          <p:nvPr/>
        </p:nvSpPr>
        <p:spPr>
          <a:xfrm>
            <a:off x="107684" y="1792409"/>
            <a:ext cx="1219200" cy="481990"/>
          </a:xfrm>
          <a:prstGeom prst="wedgeRoundRectCallout">
            <a:avLst>
              <a:gd name="adj1" fmla="val 24306"/>
              <a:gd name="adj2" fmla="val 64573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RL Training</a:t>
            </a:r>
          </a:p>
        </p:txBody>
      </p:sp>
      <p:pic>
        <p:nvPicPr>
          <p:cNvPr id="20" name="Picture 2" descr="Checked ">
            <a:extLst>
              <a:ext uri="{FF2B5EF4-FFF2-40B4-BE49-F238E27FC236}">
                <a16:creationId xmlns:a16="http://schemas.microsoft.com/office/drawing/2014/main" id="{9B8617B2-4B79-CBA5-A039-7F1F7F72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679" y="5055085"/>
            <a:ext cx="490349" cy="49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855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A364C-F44F-54A2-5EA2-66311986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D2A99199-09B8-5242-0319-F14E216B3F85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63224576-3EA8-9170-E1E0-B54337048F19}"/>
              </a:ext>
            </a:extLst>
          </p:cNvPr>
          <p:cNvSpPr/>
          <p:nvPr/>
        </p:nvSpPr>
        <p:spPr>
          <a:xfrm>
            <a:off x="2033138" y="1159260"/>
            <a:ext cx="1115432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Task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74D8F2DC-0E27-3FF9-F5CA-D8CEC2E09B30}"/>
              </a:ext>
            </a:extLst>
          </p:cNvPr>
          <p:cNvSpPr/>
          <p:nvPr/>
        </p:nvSpPr>
        <p:spPr>
          <a:xfrm>
            <a:off x="2033138" y="15963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spawn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3FF8E32-D73B-5DBF-FD00-8335092D4F51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733550" y="1354096"/>
            <a:ext cx="29958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819ED06-99F1-39F4-1399-48FF777AAD19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733550" y="1791168"/>
            <a:ext cx="29958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BDB1E842-1B51-85F6-B41F-1CF961469845}"/>
              </a:ext>
            </a:extLst>
          </p:cNvPr>
          <p:cNvSpPr/>
          <p:nvPr/>
        </p:nvSpPr>
        <p:spPr>
          <a:xfrm>
            <a:off x="3576188" y="1998236"/>
            <a:ext cx="1115432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subtask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CB79C66E-702F-1BCB-9327-094AD56493FA}"/>
              </a:ext>
            </a:extLst>
          </p:cNvPr>
          <p:cNvSpPr/>
          <p:nvPr/>
        </p:nvSpPr>
        <p:spPr>
          <a:xfrm>
            <a:off x="3569435" y="242307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82E05850-1D9D-B410-0F50-C7B84959D973}"/>
              </a:ext>
            </a:extLst>
          </p:cNvPr>
          <p:cNvSpPr/>
          <p:nvPr/>
        </p:nvSpPr>
        <p:spPr>
          <a:xfrm>
            <a:off x="3576188" y="286014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Tool Output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78672D04-1830-04C2-9F7F-CC447F1667D1}"/>
              </a:ext>
            </a:extLst>
          </p:cNvPr>
          <p:cNvSpPr/>
          <p:nvPr/>
        </p:nvSpPr>
        <p:spPr>
          <a:xfrm>
            <a:off x="3569435" y="329722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…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51529A9F-8930-A12A-0267-8825DA7B6E98}"/>
              </a:ext>
            </a:extLst>
          </p:cNvPr>
          <p:cNvSpPr/>
          <p:nvPr/>
        </p:nvSpPr>
        <p:spPr>
          <a:xfrm>
            <a:off x="3569435" y="373357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Return: 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D43C75-3C25-0186-A2A0-7D94C65E9651}"/>
              </a:ext>
            </a:extLst>
          </p:cNvPr>
          <p:cNvSpPr txBox="1"/>
          <p:nvPr/>
        </p:nvSpPr>
        <p:spPr>
          <a:xfrm>
            <a:off x="3749895" y="1714708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noProof="0" dirty="0"/>
              <a:t>Subagent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E1320A9B-F143-F767-41E4-7495229A69B9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733550" y="2193072"/>
            <a:ext cx="184263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5442638-6019-661B-EC1E-B5BD39870C5B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733550" y="2612172"/>
            <a:ext cx="1835885" cy="574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14CF2519-71BB-CD25-9D36-BCA30BD7101C}"/>
              </a:ext>
            </a:extLst>
          </p:cNvPr>
          <p:cNvSpPr txBox="1"/>
          <p:nvPr/>
        </p:nvSpPr>
        <p:spPr>
          <a:xfrm>
            <a:off x="2274236" y="2924179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b="1" noProof="0" dirty="0"/>
              <a:t>…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F3BDF8D-B6A6-476B-D0BF-EE0DDC8A3EE1}"/>
              </a:ext>
            </a:extLst>
          </p:cNvPr>
          <p:cNvCxnSpPr>
            <a:cxnSpLocks/>
          </p:cNvCxnSpPr>
          <p:nvPr/>
        </p:nvCxnSpPr>
        <p:spPr>
          <a:xfrm>
            <a:off x="1740303" y="3922668"/>
            <a:ext cx="1835885" cy="574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688BFA2E-9EAC-4D7B-BFC7-ADC5C82668B4}"/>
              </a:ext>
            </a:extLst>
          </p:cNvPr>
          <p:cNvSpPr/>
          <p:nvPr/>
        </p:nvSpPr>
        <p:spPr>
          <a:xfrm>
            <a:off x="2033138" y="416418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Return: …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B19AE49-C7BD-A4E8-AD30-25D489E2794E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1733550" y="4359020"/>
            <a:ext cx="29958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9FED769-9FF1-1344-16F7-4FA99550859C}"/>
              </a:ext>
            </a:extLst>
          </p:cNvPr>
          <p:cNvSpPr txBox="1"/>
          <p:nvPr/>
        </p:nvSpPr>
        <p:spPr>
          <a:xfrm>
            <a:off x="2213598" y="4658827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b="1" noProof="0" dirty="0"/>
              <a:t>…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pic>
        <p:nvPicPr>
          <p:cNvPr id="13" name="Picture 4" descr="Big data ">
            <a:extLst>
              <a:ext uri="{FF2B5EF4-FFF2-40B4-BE49-F238E27FC236}">
                <a16:creationId xmlns:a16="http://schemas.microsoft.com/office/drawing/2014/main" id="{7EECC010-F4AF-333C-3B44-A94C86ED8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Fire ">
            <a:extLst>
              <a:ext uri="{FF2B5EF4-FFF2-40B4-BE49-F238E27FC236}">
                <a16:creationId xmlns:a16="http://schemas.microsoft.com/office/drawing/2014/main" id="{6E381C15-CF26-1A25-DF6D-75113D1F2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01" y="3031784"/>
            <a:ext cx="581440" cy="58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30355B9C-6A53-0866-0152-A5B1B55D5414}"/>
              </a:ext>
            </a:extLst>
          </p:cNvPr>
          <p:cNvSpPr/>
          <p:nvPr/>
        </p:nvSpPr>
        <p:spPr>
          <a:xfrm>
            <a:off x="107684" y="1792409"/>
            <a:ext cx="1219200" cy="481990"/>
          </a:xfrm>
          <a:prstGeom prst="wedgeRoundRectCallout">
            <a:avLst>
              <a:gd name="adj1" fmla="val 24306"/>
              <a:gd name="adj2" fmla="val 64573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RL Training</a:t>
            </a:r>
          </a:p>
        </p:txBody>
      </p:sp>
      <p:pic>
        <p:nvPicPr>
          <p:cNvPr id="20" name="Picture 2" descr="Checked ">
            <a:extLst>
              <a:ext uri="{FF2B5EF4-FFF2-40B4-BE49-F238E27FC236}">
                <a16:creationId xmlns:a16="http://schemas.microsoft.com/office/drawing/2014/main" id="{D3DEA198-8338-C136-3A51-4A0F9302E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679" y="5055085"/>
            <a:ext cx="490349" cy="49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流程图: 可选过程 15">
            <a:extLst>
              <a:ext uri="{FF2B5EF4-FFF2-40B4-BE49-F238E27FC236}">
                <a16:creationId xmlns:a16="http://schemas.microsoft.com/office/drawing/2014/main" id="{B0922A26-C568-DA0B-0C7F-D2DC18E104E7}"/>
              </a:ext>
            </a:extLst>
          </p:cNvPr>
          <p:cNvSpPr/>
          <p:nvPr/>
        </p:nvSpPr>
        <p:spPr>
          <a:xfrm>
            <a:off x="1877786" y="1045029"/>
            <a:ext cx="1498887" cy="3875408"/>
          </a:xfrm>
          <a:prstGeom prst="flowChartAlternateProcess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对话气泡: 圆角矩形 24">
            <a:extLst>
              <a:ext uri="{FF2B5EF4-FFF2-40B4-BE49-F238E27FC236}">
                <a16:creationId xmlns:a16="http://schemas.microsoft.com/office/drawing/2014/main" id="{5999E65A-F024-DFE7-2041-86D5681F8936}"/>
              </a:ext>
            </a:extLst>
          </p:cNvPr>
          <p:cNvSpPr/>
          <p:nvPr/>
        </p:nvSpPr>
        <p:spPr>
          <a:xfrm>
            <a:off x="1970886" y="604303"/>
            <a:ext cx="1842638" cy="261611"/>
          </a:xfrm>
          <a:prstGeom prst="wedgeRoundRectCallout">
            <a:avLst>
              <a:gd name="adj1" fmla="val -21230"/>
              <a:gd name="adj2" fmla="val 91675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Penalised for Long Context</a:t>
            </a:r>
          </a:p>
        </p:txBody>
      </p:sp>
    </p:spTree>
    <p:extLst>
      <p:ext uri="{BB962C8B-B14F-4D97-AF65-F5344CB8AC3E}">
        <p14:creationId xmlns:p14="http://schemas.microsoft.com/office/powerpoint/2010/main" val="1800521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F7D8D-3C5C-6389-E1A7-B18853457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F2A57734-DAF3-2C4B-7F10-E0C410490BF1}"/>
              </a:ext>
            </a:extLst>
          </p:cNvPr>
          <p:cNvSpPr/>
          <p:nvPr/>
        </p:nvSpPr>
        <p:spPr>
          <a:xfrm>
            <a:off x="361086" y="1159260"/>
            <a:ext cx="1289050" cy="349995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7CB71597-A463-7F58-37F7-12A97A5C2389}"/>
              </a:ext>
            </a:extLst>
          </p:cNvPr>
          <p:cNvSpPr/>
          <p:nvPr/>
        </p:nvSpPr>
        <p:spPr>
          <a:xfrm>
            <a:off x="2033138" y="1159260"/>
            <a:ext cx="1115432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Task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1440D64D-57A2-191B-4CB4-117570E968FD}"/>
              </a:ext>
            </a:extLst>
          </p:cNvPr>
          <p:cNvSpPr/>
          <p:nvPr/>
        </p:nvSpPr>
        <p:spPr>
          <a:xfrm>
            <a:off x="2033138" y="159633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spawn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7A190A8-7644-56BD-52DE-BF84F6BE7840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733550" y="1354096"/>
            <a:ext cx="29958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D13BBD0-8E65-3CF7-DA2D-D5B6BB4031BC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733550" y="1791168"/>
            <a:ext cx="29958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EFBC6D8A-3C66-93F8-582C-E4086F2FB1F0}"/>
              </a:ext>
            </a:extLst>
          </p:cNvPr>
          <p:cNvSpPr/>
          <p:nvPr/>
        </p:nvSpPr>
        <p:spPr>
          <a:xfrm>
            <a:off x="3576188" y="1998236"/>
            <a:ext cx="1115432" cy="38967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subtask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4827DE5C-C011-C461-502A-50B73896793C}"/>
              </a:ext>
            </a:extLst>
          </p:cNvPr>
          <p:cNvSpPr/>
          <p:nvPr/>
        </p:nvSpPr>
        <p:spPr>
          <a:xfrm>
            <a:off x="3569435" y="2423076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8E19493-A1C9-0746-BCEC-7E8A34558E61}"/>
              </a:ext>
            </a:extLst>
          </p:cNvPr>
          <p:cNvSpPr/>
          <p:nvPr/>
        </p:nvSpPr>
        <p:spPr>
          <a:xfrm>
            <a:off x="3576188" y="2860148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Tool Output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532E388C-7692-A3E6-F87F-39A26B0A2126}"/>
              </a:ext>
            </a:extLst>
          </p:cNvPr>
          <p:cNvSpPr/>
          <p:nvPr/>
        </p:nvSpPr>
        <p:spPr>
          <a:xfrm>
            <a:off x="3569435" y="3297220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…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A2F9F870-EC19-C593-8911-B719DA885306}"/>
              </a:ext>
            </a:extLst>
          </p:cNvPr>
          <p:cNvSpPr/>
          <p:nvPr/>
        </p:nvSpPr>
        <p:spPr>
          <a:xfrm>
            <a:off x="3569435" y="3733572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Return: 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4345E5-C827-D77A-9B6F-A46BCEEBFE66}"/>
              </a:ext>
            </a:extLst>
          </p:cNvPr>
          <p:cNvSpPr txBox="1"/>
          <p:nvPr/>
        </p:nvSpPr>
        <p:spPr>
          <a:xfrm>
            <a:off x="3749895" y="1714708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noProof="0" dirty="0"/>
              <a:t>Subagent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250D862A-586D-11AF-34E8-48984EFB7997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733550" y="2193072"/>
            <a:ext cx="184263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2BC1E47-0678-D696-871E-93DFA70C235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733550" y="2612172"/>
            <a:ext cx="1835885" cy="574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CCDD98B-0C2A-F880-AABB-9E277E9A32C5}"/>
              </a:ext>
            </a:extLst>
          </p:cNvPr>
          <p:cNvSpPr txBox="1"/>
          <p:nvPr/>
        </p:nvSpPr>
        <p:spPr>
          <a:xfrm>
            <a:off x="2274236" y="2924179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b="1" noProof="0" dirty="0"/>
              <a:t>…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FAAB447-8C83-A29F-4826-F16431AE2BAA}"/>
              </a:ext>
            </a:extLst>
          </p:cNvPr>
          <p:cNvCxnSpPr>
            <a:cxnSpLocks/>
          </p:cNvCxnSpPr>
          <p:nvPr/>
        </p:nvCxnSpPr>
        <p:spPr>
          <a:xfrm>
            <a:off x="1740303" y="3922668"/>
            <a:ext cx="1835885" cy="574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0074D8B2-331D-A2C2-A85E-2A76B8365ED1}"/>
              </a:ext>
            </a:extLst>
          </p:cNvPr>
          <p:cNvSpPr/>
          <p:nvPr/>
        </p:nvSpPr>
        <p:spPr>
          <a:xfrm>
            <a:off x="2033138" y="4164184"/>
            <a:ext cx="1115432" cy="38967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Return: …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F0F9F44-D0DE-14BC-CF65-C993E71162DF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1733550" y="4359020"/>
            <a:ext cx="29958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81F036E-A37D-AEFF-CD53-FA44701D98B4}"/>
              </a:ext>
            </a:extLst>
          </p:cNvPr>
          <p:cNvSpPr txBox="1"/>
          <p:nvPr/>
        </p:nvSpPr>
        <p:spPr>
          <a:xfrm>
            <a:off x="2213598" y="4658827"/>
            <a:ext cx="754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b="1" noProof="0" dirty="0"/>
              <a:t>…</a:t>
            </a:r>
            <a:endParaRPr lang="en-US" sz="1100" b="0" i="0" noProof="0" dirty="0">
              <a:solidFill>
                <a:srgbClr val="000000"/>
              </a:solidFill>
              <a:effectLst/>
              <a:latin typeface="rival-sans"/>
            </a:endParaRPr>
          </a:p>
        </p:txBody>
      </p:sp>
      <p:pic>
        <p:nvPicPr>
          <p:cNvPr id="13" name="Picture 4" descr="Big data ">
            <a:extLst>
              <a:ext uri="{FF2B5EF4-FFF2-40B4-BE49-F238E27FC236}">
                <a16:creationId xmlns:a16="http://schemas.microsoft.com/office/drawing/2014/main" id="{3E79E26B-5542-F2B3-F545-96B44209E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11" y="229963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Fire ">
            <a:extLst>
              <a:ext uri="{FF2B5EF4-FFF2-40B4-BE49-F238E27FC236}">
                <a16:creationId xmlns:a16="http://schemas.microsoft.com/office/drawing/2014/main" id="{82F5DF0B-7EA5-2077-A92A-3EDC66E69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01" y="3031784"/>
            <a:ext cx="581440" cy="58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13804302-E257-AA9A-09F7-57BBBA8D8CE7}"/>
              </a:ext>
            </a:extLst>
          </p:cNvPr>
          <p:cNvSpPr/>
          <p:nvPr/>
        </p:nvSpPr>
        <p:spPr>
          <a:xfrm>
            <a:off x="107684" y="1792409"/>
            <a:ext cx="1219200" cy="481990"/>
          </a:xfrm>
          <a:prstGeom prst="wedgeRoundRectCallout">
            <a:avLst>
              <a:gd name="adj1" fmla="val 24306"/>
              <a:gd name="adj2" fmla="val 64573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RL Training</a:t>
            </a:r>
          </a:p>
        </p:txBody>
      </p:sp>
      <p:pic>
        <p:nvPicPr>
          <p:cNvPr id="20" name="Picture 2" descr="Checked ">
            <a:extLst>
              <a:ext uri="{FF2B5EF4-FFF2-40B4-BE49-F238E27FC236}">
                <a16:creationId xmlns:a16="http://schemas.microsoft.com/office/drawing/2014/main" id="{FAD1F7D1-47B3-F338-C76A-6D61C3BE1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679" y="5055085"/>
            <a:ext cx="490349" cy="49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流程图: 可选过程 15">
            <a:extLst>
              <a:ext uri="{FF2B5EF4-FFF2-40B4-BE49-F238E27FC236}">
                <a16:creationId xmlns:a16="http://schemas.microsoft.com/office/drawing/2014/main" id="{7E5DAF55-9949-1E23-6199-B5612886DD98}"/>
              </a:ext>
            </a:extLst>
          </p:cNvPr>
          <p:cNvSpPr/>
          <p:nvPr/>
        </p:nvSpPr>
        <p:spPr>
          <a:xfrm>
            <a:off x="1877786" y="1045029"/>
            <a:ext cx="1498887" cy="3875408"/>
          </a:xfrm>
          <a:prstGeom prst="flowChartAlternateProcess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对话气泡: 圆角矩形 24">
            <a:extLst>
              <a:ext uri="{FF2B5EF4-FFF2-40B4-BE49-F238E27FC236}">
                <a16:creationId xmlns:a16="http://schemas.microsoft.com/office/drawing/2014/main" id="{BD652DBB-9F5B-C740-8A27-55DBDA5548E7}"/>
              </a:ext>
            </a:extLst>
          </p:cNvPr>
          <p:cNvSpPr/>
          <p:nvPr/>
        </p:nvSpPr>
        <p:spPr>
          <a:xfrm>
            <a:off x="1970886" y="604303"/>
            <a:ext cx="1842638" cy="261611"/>
          </a:xfrm>
          <a:prstGeom prst="wedgeRoundRectCallout">
            <a:avLst>
              <a:gd name="adj1" fmla="val -21230"/>
              <a:gd name="adj2" fmla="val 91675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Penalised for Long Context</a:t>
            </a:r>
          </a:p>
        </p:txBody>
      </p:sp>
      <p:sp>
        <p:nvSpPr>
          <p:cNvPr id="26" name="流程图: 可选过程 25">
            <a:extLst>
              <a:ext uri="{FF2B5EF4-FFF2-40B4-BE49-F238E27FC236}">
                <a16:creationId xmlns:a16="http://schemas.microsoft.com/office/drawing/2014/main" id="{8B5B4DAD-5F51-BE3F-75BC-050B81B67C51}"/>
              </a:ext>
            </a:extLst>
          </p:cNvPr>
          <p:cNvSpPr/>
          <p:nvPr/>
        </p:nvSpPr>
        <p:spPr>
          <a:xfrm>
            <a:off x="3449177" y="1958693"/>
            <a:ext cx="1362702" cy="2259132"/>
          </a:xfrm>
          <a:prstGeom prst="flowChartAlternateProcess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id="{75308D3E-BE2E-0C4A-6D81-626E5CBD20D7}"/>
              </a:ext>
            </a:extLst>
          </p:cNvPr>
          <p:cNvSpPr/>
          <p:nvPr/>
        </p:nvSpPr>
        <p:spPr>
          <a:xfrm>
            <a:off x="5005278" y="2423076"/>
            <a:ext cx="2260935" cy="261611"/>
          </a:xfrm>
          <a:prstGeom prst="wedgeRoundRectCallout">
            <a:avLst>
              <a:gd name="adj1" fmla="val -54904"/>
              <a:gd name="adj2" fmla="val 25722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altLang="zh-CN" sz="1100" dirty="0"/>
              <a:t>Penalised for Exceeding Capabilities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2532750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Microsoft Office PowerPoint</Application>
  <PresentationFormat>全屏显示(4:3)</PresentationFormat>
  <Paragraphs>97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rival-sans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2026-03-31T22:19:29Z</dcterms:created>
  <dcterms:modified xsi:type="dcterms:W3CDTF">2026-04-25T07:43:43Z</dcterms:modified>
  <cp:category/>
</cp:coreProperties>
</file>