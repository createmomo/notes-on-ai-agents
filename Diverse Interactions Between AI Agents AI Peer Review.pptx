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1"/>
  </p:notesMasterIdLst>
  <p:sldIdLst>
    <p:sldId id="387" r:id="rId2"/>
    <p:sldId id="413" r:id="rId3"/>
    <p:sldId id="414" r:id="rId4"/>
    <p:sldId id="415" r:id="rId5"/>
    <p:sldId id="416" r:id="rId6"/>
    <p:sldId id="420" r:id="rId7"/>
    <p:sldId id="421" r:id="rId8"/>
    <p:sldId id="419" r:id="rId9"/>
    <p:sldId id="41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C0E8B8-83D1-44D0-B22F-E697C8F2F374}" v="17" dt="2026-09-26T10:04:26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7FDF6-4CAC-47B4-B661-025D4863187C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DD67-F2CB-4DF1-B2B4-C2B533549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F065-9462-16FC-C6D6-81631ED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D3DB36-3989-F240-BE76-661A39AE0DA0}"/>
              </a:ext>
            </a:extLst>
          </p:cNvPr>
          <p:cNvSpPr/>
          <p:nvPr/>
        </p:nvSpPr>
        <p:spPr>
          <a:xfrm>
            <a:off x="3594286" y="2411536"/>
            <a:ext cx="1577787" cy="4572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Reviewer</a:t>
            </a:r>
            <a:endParaRPr lang="en-GB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C873F73-A315-0114-DD0F-18819021670F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2153300" y="2640136"/>
            <a:ext cx="1440986" cy="592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983B01C-99B4-31BD-1EE8-4336C2AEE0A3}"/>
              </a:ext>
            </a:extLst>
          </p:cNvPr>
          <p:cNvSpPr txBox="1"/>
          <p:nvPr/>
        </p:nvSpPr>
        <p:spPr>
          <a:xfrm>
            <a:off x="1049169" y="3848330"/>
            <a:ext cx="1070219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i="0" dirty="0">
                <a:solidFill>
                  <a:srgbClr val="000000"/>
                </a:solidFill>
                <a:effectLst/>
                <a:latin typeface="Lucida Grande"/>
              </a:rPr>
              <a:t>Papers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255123-DE2B-D1A2-C55E-2022794B23B7}"/>
              </a:ext>
            </a:extLst>
          </p:cNvPr>
          <p:cNvSpPr txBox="1"/>
          <p:nvPr/>
        </p:nvSpPr>
        <p:spPr>
          <a:xfrm>
            <a:off x="2998541" y="1959575"/>
            <a:ext cx="2769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zh-CN" dirty="0"/>
              <a:t>Who is actually reviewing?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3" name="图片 2" descr="Paper ">
            <a:extLst>
              <a:ext uri="{FF2B5EF4-FFF2-40B4-BE49-F238E27FC236}">
                <a16:creationId xmlns:a16="http://schemas.microsoft.com/office/drawing/2014/main" id="{69C3FFF2-9117-0944-E03D-433AC4C5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58" y="2663520"/>
            <a:ext cx="1138042" cy="113804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0B831CE-702F-C7E7-40A5-D2748E2E3D21}"/>
              </a:ext>
            </a:extLst>
          </p:cNvPr>
          <p:cNvSpPr/>
          <p:nvPr/>
        </p:nvSpPr>
        <p:spPr>
          <a:xfrm>
            <a:off x="3594285" y="3027325"/>
            <a:ext cx="1577787" cy="4572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Reviewer</a:t>
            </a:r>
            <a:endParaRPr lang="en-GB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DC4A44-4402-76D3-195C-310F5B60E682}"/>
              </a:ext>
            </a:extLst>
          </p:cNvPr>
          <p:cNvSpPr/>
          <p:nvPr/>
        </p:nvSpPr>
        <p:spPr>
          <a:xfrm>
            <a:off x="3594288" y="3643114"/>
            <a:ext cx="1577787" cy="4572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Reviewer</a:t>
            </a:r>
            <a:endParaRPr lang="en-GB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7472148-233B-B6A8-5B84-D5E7DB66F68F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2153300" y="3232541"/>
            <a:ext cx="1440985" cy="23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2B36F6B-EC49-1794-613E-069BB40FF1AA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2153300" y="3232541"/>
            <a:ext cx="1440988" cy="639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59AD393F-8113-F7C3-E757-E2913BACC5A0}"/>
              </a:ext>
            </a:extLst>
          </p:cNvPr>
          <p:cNvSpPr txBox="1"/>
          <p:nvPr/>
        </p:nvSpPr>
        <p:spPr>
          <a:xfrm>
            <a:off x="5172072" y="3071259"/>
            <a:ext cx="965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zh-CN" b="1" dirty="0"/>
              <a:t>🤖 AI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2317EA-8385-DD65-CE48-B6145CB56905}"/>
              </a:ext>
            </a:extLst>
          </p:cNvPr>
          <p:cNvSpPr txBox="1"/>
          <p:nvPr/>
        </p:nvSpPr>
        <p:spPr>
          <a:xfrm>
            <a:off x="5035276" y="3683993"/>
            <a:ext cx="3381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zh-CN" b="1" dirty="0"/>
              <a:t>👤 ← 🤖 Human + AI Agent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72B5F44-7E32-6C88-2C71-0947DF25C949}"/>
              </a:ext>
            </a:extLst>
          </p:cNvPr>
          <p:cNvSpPr txBox="1"/>
          <p:nvPr/>
        </p:nvSpPr>
        <p:spPr>
          <a:xfrm>
            <a:off x="5122142" y="2458525"/>
            <a:ext cx="1546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zh-CN" b="1" dirty="0"/>
              <a:t>👤 Human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14178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9124-C715-903C-650C-5DDDBADBC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9312A03-FE23-353A-1443-EF9384379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24" y="1580582"/>
            <a:ext cx="7824751" cy="36968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01C50AC-E07D-5D72-DEA0-900BFA1F4FF5}"/>
              </a:ext>
            </a:extLst>
          </p:cNvPr>
          <p:cNvSpPr txBox="1"/>
          <p:nvPr/>
        </p:nvSpPr>
        <p:spPr>
          <a:xfrm>
            <a:off x="5399313" y="5287424"/>
            <a:ext cx="3229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200" dirty="0"/>
              <a:t>https://agents4science.stanford.edu/index.html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26495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5A7E-4D93-F40C-8765-806F4D2E0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B12FCD5-2226-E563-413B-B3E2692DFFD8}"/>
              </a:ext>
            </a:extLst>
          </p:cNvPr>
          <p:cNvSpPr txBox="1"/>
          <p:nvPr/>
        </p:nvSpPr>
        <p:spPr>
          <a:xfrm>
            <a:off x="103516" y="207836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b="1" dirty="0"/>
              <a:t>Agents4Science 2025</a:t>
            </a:r>
            <a:endParaRPr lang="zh-CN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https://agents4science.stanford.edu/index.html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B5D82D-E548-10AB-7775-24A16E07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23402"/>
            <a:ext cx="7874000" cy="4840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B92A8832-E277-65E5-5AE2-A8FD0C7E3EE7}"/>
              </a:ext>
            </a:extLst>
          </p:cNvPr>
          <p:cNvSpPr/>
          <p:nvPr/>
        </p:nvSpPr>
        <p:spPr>
          <a:xfrm rot="5400000">
            <a:off x="6963880" y="587323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2F43FA-8F23-5E70-94F3-D345C65B8FC7}"/>
              </a:ext>
            </a:extLst>
          </p:cNvPr>
          <p:cNvSpPr/>
          <p:nvPr/>
        </p:nvSpPr>
        <p:spPr>
          <a:xfrm>
            <a:off x="5905209" y="1123402"/>
            <a:ext cx="2603791" cy="398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90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0ED17-5FAD-887D-BC05-57B463F0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5B1C98A-FC08-DACB-E856-8C3350C69285}"/>
              </a:ext>
            </a:extLst>
          </p:cNvPr>
          <p:cNvSpPr txBox="1"/>
          <p:nvPr/>
        </p:nvSpPr>
        <p:spPr>
          <a:xfrm>
            <a:off x="103516" y="207836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altLang="zh-CN" b="1" dirty="0"/>
              <a:t>Agents4Science 2025</a:t>
            </a:r>
            <a:endParaRPr lang="zh-CN" altLang="zh-CN" b="1" dirty="0"/>
          </a:p>
          <a:p>
            <a:pPr marL="285750" indent="-285750">
              <a:buFontTx/>
              <a:buChar char="-"/>
            </a:pPr>
            <a:r>
              <a:rPr lang="en-US" altLang="zh-CN" dirty="0"/>
              <a:t>https://agents4science.stanford.edu/index.html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205C15-A030-EE86-5D63-245321A55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123402"/>
            <a:ext cx="7874000" cy="4840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16659863-F7BC-90CB-8FFE-F31379D8E323}"/>
              </a:ext>
            </a:extLst>
          </p:cNvPr>
          <p:cNvSpPr/>
          <p:nvPr/>
        </p:nvSpPr>
        <p:spPr>
          <a:xfrm rot="5400000">
            <a:off x="5644535" y="1125197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820001-677D-8333-98B0-A7324BC9A7CB}"/>
              </a:ext>
            </a:extLst>
          </p:cNvPr>
          <p:cNvSpPr/>
          <p:nvPr/>
        </p:nvSpPr>
        <p:spPr>
          <a:xfrm>
            <a:off x="5598083" y="1661276"/>
            <a:ext cx="579352" cy="11656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43B942-1A62-F261-98C1-A733A08120C0}"/>
              </a:ext>
            </a:extLst>
          </p:cNvPr>
          <p:cNvSpPr/>
          <p:nvPr/>
        </p:nvSpPr>
        <p:spPr>
          <a:xfrm>
            <a:off x="6239093" y="1661275"/>
            <a:ext cx="1124968" cy="11656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A7FCB619-DC56-A59E-916B-E4DA0A286BC4}"/>
              </a:ext>
            </a:extLst>
          </p:cNvPr>
          <p:cNvSpPr/>
          <p:nvPr/>
        </p:nvSpPr>
        <p:spPr>
          <a:xfrm rot="5400000">
            <a:off x="6558353" y="1123203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9985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0B70-FF19-CB3C-6E5C-C9B6E8F10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B634DD7-4AE5-563B-30EF-A8F2CD98CF86}"/>
              </a:ext>
            </a:extLst>
          </p:cNvPr>
          <p:cNvSpPr txBox="1"/>
          <p:nvPr/>
        </p:nvSpPr>
        <p:spPr>
          <a:xfrm>
            <a:off x="103516" y="207836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Exploring the use of AI authors and reviewers at Agents4Science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https://arxiv.org/abs/2511.15534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CACCA26-B20E-F7C3-B6F0-5B83C0460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311" y="1161143"/>
            <a:ext cx="3659656" cy="40309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0197EA9-9B28-BE75-A3E2-771BE1827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6" y="1161143"/>
            <a:ext cx="4800648" cy="389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97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03C4-D825-9D56-BEF9-E94B52AE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197915-0168-0080-00A2-8B4EAF032B57}"/>
              </a:ext>
            </a:extLst>
          </p:cNvPr>
          <p:cNvSpPr txBox="1"/>
          <p:nvPr/>
        </p:nvSpPr>
        <p:spPr>
          <a:xfrm>
            <a:off x="103516" y="207836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Exploring the use of AI authors and reviewers at Agents4Science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https://arxiv.org/abs/2511.15534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BA1B4F5-61E6-A7EA-2717-F14E3BFC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38" y="1300689"/>
            <a:ext cx="7955323" cy="446007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FEB0E23-3F82-D80D-2575-54C3977292B4}"/>
              </a:ext>
            </a:extLst>
          </p:cNvPr>
          <p:cNvSpPr/>
          <p:nvPr/>
        </p:nvSpPr>
        <p:spPr>
          <a:xfrm>
            <a:off x="2989486" y="5177924"/>
            <a:ext cx="3198742" cy="6423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F53B8B17-72B0-8B2F-B7A0-05145F194555}"/>
              </a:ext>
            </a:extLst>
          </p:cNvPr>
          <p:cNvSpPr/>
          <p:nvPr/>
        </p:nvSpPr>
        <p:spPr>
          <a:xfrm>
            <a:off x="2386392" y="5340839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3799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08CB-5C3B-DC71-6BDB-67D8180A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5C0C538-4122-3D47-CE69-32CEC4E5F244}"/>
              </a:ext>
            </a:extLst>
          </p:cNvPr>
          <p:cNvSpPr txBox="1"/>
          <p:nvPr/>
        </p:nvSpPr>
        <p:spPr>
          <a:xfrm>
            <a:off x="103516" y="207836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Exploring the use of AI authors and reviewers at Agents4Science</a:t>
            </a:r>
          </a:p>
          <a:p>
            <a:pPr marL="285750" indent="-285750">
              <a:buFontTx/>
              <a:buChar char="-"/>
            </a:pPr>
            <a:r>
              <a:rPr lang="en-US" altLang="zh-CN" dirty="0"/>
              <a:t>https://arxiv.org/abs/2511.15534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4D74748-F418-9234-A01A-461B5E0D0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38" y="1300689"/>
            <a:ext cx="7955323" cy="446007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64F555D-26F1-43B5-8BA8-C7E9734FCF43}"/>
              </a:ext>
            </a:extLst>
          </p:cNvPr>
          <p:cNvSpPr/>
          <p:nvPr/>
        </p:nvSpPr>
        <p:spPr>
          <a:xfrm>
            <a:off x="5621003" y="1534284"/>
            <a:ext cx="1945482" cy="266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A6310878-C4BA-BF4C-7E43-FC3A49670F62}"/>
              </a:ext>
            </a:extLst>
          </p:cNvPr>
          <p:cNvSpPr/>
          <p:nvPr/>
        </p:nvSpPr>
        <p:spPr>
          <a:xfrm rot="5400000">
            <a:off x="6350520" y="1065402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7A8B07-3E70-7B1B-64E3-E69E489AA840}"/>
              </a:ext>
            </a:extLst>
          </p:cNvPr>
          <p:cNvSpPr/>
          <p:nvPr/>
        </p:nvSpPr>
        <p:spPr>
          <a:xfrm>
            <a:off x="4893904" y="4869634"/>
            <a:ext cx="1858078" cy="3515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742F067-1464-A1AC-819F-FB3AE49FDD35}"/>
              </a:ext>
            </a:extLst>
          </p:cNvPr>
          <p:cNvSpPr/>
          <p:nvPr/>
        </p:nvSpPr>
        <p:spPr>
          <a:xfrm rot="13338502">
            <a:off x="6508758" y="5332722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29469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F008-0BDF-7A9C-B649-0DE6CEB4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2F43307-E2CB-C142-E814-0A71D14196F6}"/>
              </a:ext>
            </a:extLst>
          </p:cNvPr>
          <p:cNvSpPr txBox="1"/>
          <p:nvPr/>
        </p:nvSpPr>
        <p:spPr>
          <a:xfrm>
            <a:off x="103516" y="207836"/>
            <a:ext cx="897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Conference for AI Scientists — CAISc 2026</a:t>
            </a:r>
            <a:endParaRPr lang="zh-CN" altLang="zh-CN" dirty="0"/>
          </a:p>
          <a:p>
            <a:pPr marL="285750" indent="-285750">
              <a:buFontTx/>
              <a:buChar char="-"/>
            </a:pPr>
            <a:r>
              <a:rPr lang="en-GB" altLang="zh-CN" dirty="0"/>
              <a:t>https://caisc2026.github.io/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0969D18-6E29-3F27-63AE-3AC987F6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01" y="1262628"/>
            <a:ext cx="7226198" cy="461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1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F065-9462-16FC-C6D6-81631ED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D7B622B-EBA7-C628-4CD1-FA780C04BC09}"/>
              </a:ext>
            </a:extLst>
          </p:cNvPr>
          <p:cNvSpPr/>
          <p:nvPr/>
        </p:nvSpPr>
        <p:spPr>
          <a:xfrm>
            <a:off x="1837765" y="2017059"/>
            <a:ext cx="914400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  <a:r>
              <a:rPr lang="en-US" altLang="zh-CN" dirty="0"/>
              <a:t>ool</a:t>
            </a:r>
            <a:endParaRPr lang="en-GB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D3DB36-3989-F240-BE76-661A39AE0DA0}"/>
              </a:ext>
            </a:extLst>
          </p:cNvPr>
          <p:cNvSpPr/>
          <p:nvPr/>
        </p:nvSpPr>
        <p:spPr>
          <a:xfrm>
            <a:off x="3639671" y="2017059"/>
            <a:ext cx="1577787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Collaboration</a:t>
            </a:r>
            <a:endParaRPr lang="en-GB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86A1FDF-9C48-EDB2-FA93-F6699807E981}"/>
              </a:ext>
            </a:extLst>
          </p:cNvPr>
          <p:cNvSpPr/>
          <p:nvPr/>
        </p:nvSpPr>
        <p:spPr>
          <a:xfrm>
            <a:off x="6104966" y="2017059"/>
            <a:ext cx="914400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  <a:endParaRPr lang="en-GB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C873F73-A315-0114-DD0F-18819021670F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2752165" y="2474259"/>
            <a:ext cx="8875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8225F73-2F62-F65B-56CE-E3ECEF0150E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217458" y="2474259"/>
            <a:ext cx="887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983B01C-99B4-31BD-1EE8-4336C2AEE0A3}"/>
              </a:ext>
            </a:extLst>
          </p:cNvPr>
          <p:cNvSpPr txBox="1"/>
          <p:nvPr/>
        </p:nvSpPr>
        <p:spPr>
          <a:xfrm>
            <a:off x="1156450" y="3055821"/>
            <a:ext cx="197223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i="0" dirty="0">
                <a:solidFill>
                  <a:srgbClr val="000000"/>
                </a:solidFill>
                <a:effectLst/>
                <a:latin typeface="Lucida Grande"/>
              </a:rPr>
              <a:t>One command</a:t>
            </a:r>
          </a:p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One action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255123-DE2B-D1A2-C55E-2022794B23B7}"/>
              </a:ext>
            </a:extLst>
          </p:cNvPr>
          <p:cNvSpPr txBox="1"/>
          <p:nvPr/>
        </p:nvSpPr>
        <p:spPr>
          <a:xfrm>
            <a:off x="3128682" y="3067363"/>
            <a:ext cx="235771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i="0" dirty="0">
                <a:solidFill>
                  <a:srgbClr val="000000"/>
                </a:solidFill>
                <a:effectLst/>
                <a:latin typeface="Lucida Grande"/>
              </a:rPr>
              <a:t>Work with humans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1AFEEC9-691D-5491-5CEC-784FF584BC56}"/>
              </a:ext>
            </a:extLst>
          </p:cNvPr>
          <p:cNvSpPr txBox="1"/>
          <p:nvPr/>
        </p:nvSpPr>
        <p:spPr>
          <a:xfrm>
            <a:off x="3128682" y="3440542"/>
            <a:ext cx="235771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to complete tasks</a:t>
            </a:r>
            <a:endParaRPr lang="zh-CN" altLang="zh-CN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01AF24-8C41-259C-1C8E-7D433124BC29}"/>
              </a:ext>
            </a:extLst>
          </p:cNvPr>
          <p:cNvSpPr txBox="1"/>
          <p:nvPr/>
        </p:nvSpPr>
        <p:spPr>
          <a:xfrm>
            <a:off x="5383307" y="3055821"/>
            <a:ext cx="2357718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Autonomously</a:t>
            </a:r>
          </a:p>
          <a:p>
            <a:pPr marL="190500" marR="0" indent="0" algn="ctr">
              <a:lnSpc>
                <a:spcPts val="2099"/>
              </a:lnSpc>
              <a:spcAft>
                <a:spcPts val="900"/>
              </a:spcAft>
              <a:buNone/>
            </a:pPr>
            <a:r>
              <a:rPr lang="en-US" altLang="zh-CN" dirty="0">
                <a:solidFill>
                  <a:srgbClr val="000000"/>
                </a:solidFill>
                <a:latin typeface="Lucida Grande"/>
              </a:rPr>
              <a:t>c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Lucida Grande"/>
              </a:rPr>
              <a:t>omplete </a:t>
            </a:r>
            <a:r>
              <a:rPr lang="en-US" altLang="zh-CN" b="1" i="0" u="sng" dirty="0">
                <a:solidFill>
                  <a:srgbClr val="FF0000"/>
                </a:solidFill>
                <a:effectLst/>
                <a:latin typeface="Lucida Grande"/>
              </a:rPr>
              <a:t>tasks</a:t>
            </a:r>
            <a:endParaRPr lang="zh-CN" altLang="zh-CN" b="1" i="0" u="sng" dirty="0">
              <a:solidFill>
                <a:srgbClr val="FF0000"/>
              </a:solidFill>
              <a:effectLst/>
              <a:latin typeface="Lucida Grande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072030-FEDC-FC29-E304-83524342AE2A}"/>
              </a:ext>
            </a:extLst>
          </p:cNvPr>
          <p:cNvSpPr txBox="1"/>
          <p:nvPr/>
        </p:nvSpPr>
        <p:spPr>
          <a:xfrm>
            <a:off x="5315384" y="4288627"/>
            <a:ext cx="3591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humans still usually make decisions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30677FE-C3F9-EDD4-EE52-599340906BD0}"/>
              </a:ext>
            </a:extLst>
          </p:cNvPr>
          <p:cNvSpPr/>
          <p:nvPr/>
        </p:nvSpPr>
        <p:spPr>
          <a:xfrm rot="5400000">
            <a:off x="6867805" y="3887165"/>
            <a:ext cx="486448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4576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全屏显示(4:3)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Lucida Grande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2026-09-26T10:04:28Z</dcterms:modified>
  <cp:category/>
</cp:coreProperties>
</file>