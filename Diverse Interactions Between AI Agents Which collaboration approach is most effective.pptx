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5"/>
  </p:notesMasterIdLst>
  <p:sldIdLst>
    <p:sldId id="375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9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ED0326-7BE0-4CBA-AD67-BF0585D98554}" v="97" dt="2026-06-13T16:11:00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68" y="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7FDF6-4CAC-47B4-B661-025D4863187C}" type="datetimeFigureOut">
              <a:rPr lang="en-GB" smtClean="0"/>
              <a:t>13/06/2026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DD67-F2CB-4DF1-B2B4-C2B533549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222F-1008-25BC-73D0-1962E587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I">
            <a:extLst>
              <a:ext uri="{FF2B5EF4-FFF2-40B4-BE49-F238E27FC236}">
                <a16:creationId xmlns:a16="http://schemas.microsoft.com/office/drawing/2014/main" id="{76338EB7-F8A6-3EC7-98AA-F8B0B52B7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80" y="2112036"/>
            <a:ext cx="1942380" cy="194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I">
            <a:extLst>
              <a:ext uri="{FF2B5EF4-FFF2-40B4-BE49-F238E27FC236}">
                <a16:creationId xmlns:a16="http://schemas.microsoft.com/office/drawing/2014/main" id="{20EC9DB4-7862-DB5A-AB46-6C40777B4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849" y="3099758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">
            <a:extLst>
              <a:ext uri="{FF2B5EF4-FFF2-40B4-BE49-F238E27FC236}">
                <a16:creationId xmlns:a16="http://schemas.microsoft.com/office/drawing/2014/main" id="{D0B60C9A-372A-77AA-109E-0479A0320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960" y="3099758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I">
            <a:extLst>
              <a:ext uri="{FF2B5EF4-FFF2-40B4-BE49-F238E27FC236}">
                <a16:creationId xmlns:a16="http://schemas.microsoft.com/office/drawing/2014/main" id="{A20732FC-A1AE-23D7-CF2D-09199F0B5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71" y="3083226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0DB236C-0E83-6314-ED2E-96ADE75E74ED}"/>
              </a:ext>
            </a:extLst>
          </p:cNvPr>
          <p:cNvSpPr txBox="1"/>
          <p:nvPr/>
        </p:nvSpPr>
        <p:spPr>
          <a:xfrm>
            <a:off x="103517" y="207836"/>
            <a:ext cx="5357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What forms of collaboration are most effective?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008450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7ED8-13B1-3C79-6D73-7F4531C0C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I">
            <a:extLst>
              <a:ext uri="{FF2B5EF4-FFF2-40B4-BE49-F238E27FC236}">
                <a16:creationId xmlns:a16="http://schemas.microsoft.com/office/drawing/2014/main" id="{36B1E640-EC99-1DF4-D00A-0C8A69874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1081176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">
            <a:extLst>
              <a:ext uri="{FF2B5EF4-FFF2-40B4-BE49-F238E27FC236}">
                <a16:creationId xmlns:a16="http://schemas.microsoft.com/office/drawing/2014/main" id="{5709B306-0FDF-3A67-6DCF-D5A064285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3367177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I">
            <a:extLst>
              <a:ext uri="{FF2B5EF4-FFF2-40B4-BE49-F238E27FC236}">
                <a16:creationId xmlns:a16="http://schemas.microsoft.com/office/drawing/2014/main" id="{EE430BE4-52DC-AD04-4F62-7542A9B54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005" y="2266590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9C043761-3E31-DF05-D848-9F1AB35929E0}"/>
              </a:ext>
            </a:extLst>
          </p:cNvPr>
          <p:cNvSpPr/>
          <p:nvPr/>
        </p:nvSpPr>
        <p:spPr>
          <a:xfrm>
            <a:off x="2329132" y="1219199"/>
            <a:ext cx="678613" cy="67861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F2F63BE-2082-AADC-4B18-A2A934F12CF3}"/>
              </a:ext>
            </a:extLst>
          </p:cNvPr>
          <p:cNvSpPr/>
          <p:nvPr/>
        </p:nvSpPr>
        <p:spPr>
          <a:xfrm>
            <a:off x="2329132" y="3505199"/>
            <a:ext cx="678613" cy="67861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3823DE0-241C-4FC1-1362-02852945445F}"/>
              </a:ext>
            </a:extLst>
          </p:cNvPr>
          <p:cNvSpPr/>
          <p:nvPr/>
        </p:nvSpPr>
        <p:spPr>
          <a:xfrm>
            <a:off x="6165011" y="2404613"/>
            <a:ext cx="678613" cy="6786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B2967D8-2551-68BA-8367-A63B330CB2CA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3007745" y="1558506"/>
            <a:ext cx="3256647" cy="94548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AFDFE0C-1ACA-ECC3-58A1-3982F3D9166F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3007745" y="2983845"/>
            <a:ext cx="3256647" cy="86066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15E3A56-1604-8A07-52CE-2290DC3DB71A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36186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314D-9646-50D1-2F95-B1F37F82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I">
            <a:extLst>
              <a:ext uri="{FF2B5EF4-FFF2-40B4-BE49-F238E27FC236}">
                <a16:creationId xmlns:a16="http://schemas.microsoft.com/office/drawing/2014/main" id="{9A2E7FB3-D2AC-9EF3-46E2-88CF95C23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1081176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">
            <a:extLst>
              <a:ext uri="{FF2B5EF4-FFF2-40B4-BE49-F238E27FC236}">
                <a16:creationId xmlns:a16="http://schemas.microsoft.com/office/drawing/2014/main" id="{4F1C19DD-36E2-A8D4-6A49-941F3B22D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3367177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I">
            <a:extLst>
              <a:ext uri="{FF2B5EF4-FFF2-40B4-BE49-F238E27FC236}">
                <a16:creationId xmlns:a16="http://schemas.microsoft.com/office/drawing/2014/main" id="{D1B2B9A6-D50B-6920-82DF-43D346CFF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005" y="2266590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3788DAD1-E4AC-0134-89EE-0201EC0EBAF1}"/>
              </a:ext>
            </a:extLst>
          </p:cNvPr>
          <p:cNvSpPr/>
          <p:nvPr/>
        </p:nvSpPr>
        <p:spPr>
          <a:xfrm>
            <a:off x="2329132" y="1219199"/>
            <a:ext cx="678613" cy="67861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0112024-AA79-D0B9-1C4A-2BC978B1C970}"/>
              </a:ext>
            </a:extLst>
          </p:cNvPr>
          <p:cNvSpPr/>
          <p:nvPr/>
        </p:nvSpPr>
        <p:spPr>
          <a:xfrm>
            <a:off x="2329132" y="3505199"/>
            <a:ext cx="678613" cy="67861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731A6C8-6E47-6926-EDE0-4053EF697C0A}"/>
              </a:ext>
            </a:extLst>
          </p:cNvPr>
          <p:cNvSpPr/>
          <p:nvPr/>
        </p:nvSpPr>
        <p:spPr>
          <a:xfrm>
            <a:off x="6165011" y="2404613"/>
            <a:ext cx="678613" cy="6786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D05A559-EF7E-03FC-1322-914709645463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3007745" y="1558506"/>
            <a:ext cx="3256647" cy="94548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7C066E8-D20B-7EDD-2B19-5103A4F2A117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3007745" y="2983845"/>
            <a:ext cx="3256647" cy="86066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50" name="Picture 2" descr="Robot">
            <a:extLst>
              <a:ext uri="{FF2B5EF4-FFF2-40B4-BE49-F238E27FC236}">
                <a16:creationId xmlns:a16="http://schemas.microsoft.com/office/drawing/2014/main" id="{E73BF299-97FC-9D44-2BF2-732CAA7F6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69" y="934257"/>
            <a:ext cx="860661" cy="86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obot">
            <a:extLst>
              <a:ext uri="{FF2B5EF4-FFF2-40B4-BE49-F238E27FC236}">
                <a16:creationId xmlns:a16="http://schemas.microsoft.com/office/drawing/2014/main" id="{C1F05E33-078E-03A0-8AAB-5F2582834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68" y="3583829"/>
            <a:ext cx="860661" cy="86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6004117-CA72-9119-1E6F-8D7E8CB0D845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04929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158A-0178-AF1B-E440-FF11C23F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I">
            <a:extLst>
              <a:ext uri="{FF2B5EF4-FFF2-40B4-BE49-F238E27FC236}">
                <a16:creationId xmlns:a16="http://schemas.microsoft.com/office/drawing/2014/main" id="{CE20997F-C179-BB2F-456A-5D1DFB49D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1081176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">
            <a:extLst>
              <a:ext uri="{FF2B5EF4-FFF2-40B4-BE49-F238E27FC236}">
                <a16:creationId xmlns:a16="http://schemas.microsoft.com/office/drawing/2014/main" id="{CD2104CF-0BCE-17E0-288B-36C6FB3B7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3367177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I">
            <a:extLst>
              <a:ext uri="{FF2B5EF4-FFF2-40B4-BE49-F238E27FC236}">
                <a16:creationId xmlns:a16="http://schemas.microsoft.com/office/drawing/2014/main" id="{E11E427B-4B2F-85B4-CA5F-554B2165D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005" y="2266590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3FE23537-0031-00A4-CACE-E29991A8E56B}"/>
              </a:ext>
            </a:extLst>
          </p:cNvPr>
          <p:cNvSpPr/>
          <p:nvPr/>
        </p:nvSpPr>
        <p:spPr>
          <a:xfrm>
            <a:off x="2329132" y="1219199"/>
            <a:ext cx="678613" cy="67861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F3D8302-44C5-8D75-59AD-0F4AC8794317}"/>
              </a:ext>
            </a:extLst>
          </p:cNvPr>
          <p:cNvSpPr/>
          <p:nvPr/>
        </p:nvSpPr>
        <p:spPr>
          <a:xfrm>
            <a:off x="2329132" y="3505199"/>
            <a:ext cx="678613" cy="67861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C9197CD-3C65-2FB0-D11A-519C9E06CCD0}"/>
              </a:ext>
            </a:extLst>
          </p:cNvPr>
          <p:cNvSpPr/>
          <p:nvPr/>
        </p:nvSpPr>
        <p:spPr>
          <a:xfrm>
            <a:off x="6165011" y="2404613"/>
            <a:ext cx="678613" cy="6786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5A94BC9-F0FC-7D30-AE7F-E8128E7AF875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3007745" y="1558506"/>
            <a:ext cx="3256647" cy="94548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4E50F86-D8EC-1DA4-9572-3DC611C8711A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3007745" y="2983845"/>
            <a:ext cx="3256647" cy="86066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50" name="Picture 2" descr="Robot">
            <a:extLst>
              <a:ext uri="{FF2B5EF4-FFF2-40B4-BE49-F238E27FC236}">
                <a16:creationId xmlns:a16="http://schemas.microsoft.com/office/drawing/2014/main" id="{2B4749CB-C4BC-F126-7A9C-EE5E71C6B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69" y="934257"/>
            <a:ext cx="860661" cy="86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obot">
            <a:extLst>
              <a:ext uri="{FF2B5EF4-FFF2-40B4-BE49-F238E27FC236}">
                <a16:creationId xmlns:a16="http://schemas.microsoft.com/office/drawing/2014/main" id="{850CD04A-A975-FAB4-8953-972ED6B04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68" y="3583829"/>
            <a:ext cx="860661" cy="86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D702A44A-7D42-966B-D057-630B7ED2C457}"/>
              </a:ext>
            </a:extLst>
          </p:cNvPr>
          <p:cNvSpPr/>
          <p:nvPr/>
        </p:nvSpPr>
        <p:spPr>
          <a:xfrm>
            <a:off x="1985514" y="420539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Proposal A</a:t>
            </a:r>
            <a:endParaRPr lang="en-GB" dirty="0"/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91887034-EEFE-7869-BF8C-49DAEB9F5C24}"/>
              </a:ext>
            </a:extLst>
          </p:cNvPr>
          <p:cNvSpPr/>
          <p:nvPr/>
        </p:nvSpPr>
        <p:spPr>
          <a:xfrm>
            <a:off x="1745589" y="2473898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Proposal </a:t>
            </a:r>
            <a:r>
              <a:rPr lang="en-US" altLang="zh-CN" dirty="0"/>
              <a:t>B</a:t>
            </a:r>
            <a:endParaRPr lang="en-GB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877AFC-ED07-740E-CA5E-C9CC18A9DF08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402840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4F57-75E8-8B47-709C-2EDDBFD0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I">
            <a:extLst>
              <a:ext uri="{FF2B5EF4-FFF2-40B4-BE49-F238E27FC236}">
                <a16:creationId xmlns:a16="http://schemas.microsoft.com/office/drawing/2014/main" id="{4C4A646F-F539-9017-26DD-C54FF52E9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1081176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">
            <a:extLst>
              <a:ext uri="{FF2B5EF4-FFF2-40B4-BE49-F238E27FC236}">
                <a16:creationId xmlns:a16="http://schemas.microsoft.com/office/drawing/2014/main" id="{BFF50064-94C8-C264-7A63-CF6168F09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3367177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I">
            <a:extLst>
              <a:ext uri="{FF2B5EF4-FFF2-40B4-BE49-F238E27FC236}">
                <a16:creationId xmlns:a16="http://schemas.microsoft.com/office/drawing/2014/main" id="{1FFDE0FF-4AAF-49E7-F337-A4A891E2E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005" y="2266590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69246A78-1F66-C547-4497-FB0DEDBADC36}"/>
              </a:ext>
            </a:extLst>
          </p:cNvPr>
          <p:cNvSpPr/>
          <p:nvPr/>
        </p:nvSpPr>
        <p:spPr>
          <a:xfrm>
            <a:off x="2329132" y="1219199"/>
            <a:ext cx="678613" cy="67861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43C3BB4-2FB5-5D18-05B7-AB7FCDA3AAFB}"/>
              </a:ext>
            </a:extLst>
          </p:cNvPr>
          <p:cNvSpPr/>
          <p:nvPr/>
        </p:nvSpPr>
        <p:spPr>
          <a:xfrm>
            <a:off x="2329132" y="3505199"/>
            <a:ext cx="678613" cy="67861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A50D52-E671-CAE2-9DBA-175EEB825059}"/>
              </a:ext>
            </a:extLst>
          </p:cNvPr>
          <p:cNvSpPr/>
          <p:nvPr/>
        </p:nvSpPr>
        <p:spPr>
          <a:xfrm>
            <a:off x="6165011" y="2404613"/>
            <a:ext cx="678613" cy="6786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953671B-CEEF-F9B5-4FEC-3644CD41A43F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3007745" y="1558506"/>
            <a:ext cx="3256647" cy="94548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1651E9F-66EA-F9A0-B6A7-05BCFD9F2697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3007745" y="2983845"/>
            <a:ext cx="3256647" cy="86066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50" name="Picture 2" descr="Robot">
            <a:extLst>
              <a:ext uri="{FF2B5EF4-FFF2-40B4-BE49-F238E27FC236}">
                <a16:creationId xmlns:a16="http://schemas.microsoft.com/office/drawing/2014/main" id="{0C92196A-69F5-5C09-AA14-EA59A5B46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69" y="934257"/>
            <a:ext cx="860661" cy="86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obot">
            <a:extLst>
              <a:ext uri="{FF2B5EF4-FFF2-40B4-BE49-F238E27FC236}">
                <a16:creationId xmlns:a16="http://schemas.microsoft.com/office/drawing/2014/main" id="{D69B473D-823A-0DE9-CFAE-5A2382E2C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68" y="3583829"/>
            <a:ext cx="860661" cy="86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957BE4A1-07AA-B5D2-78A8-F3E571F22E68}"/>
              </a:ext>
            </a:extLst>
          </p:cNvPr>
          <p:cNvSpPr/>
          <p:nvPr/>
        </p:nvSpPr>
        <p:spPr>
          <a:xfrm>
            <a:off x="1985514" y="420539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Proposal A</a:t>
            </a:r>
            <a:endParaRPr lang="en-GB" dirty="0"/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3C6BC0F3-2D32-009F-64C7-B5B1B670CD37}"/>
              </a:ext>
            </a:extLst>
          </p:cNvPr>
          <p:cNvSpPr/>
          <p:nvPr/>
        </p:nvSpPr>
        <p:spPr>
          <a:xfrm>
            <a:off x="1745589" y="2473898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Proposal </a:t>
            </a:r>
            <a:r>
              <a:rPr lang="en-US" altLang="zh-CN" dirty="0"/>
              <a:t>B</a:t>
            </a:r>
            <a:endParaRPr lang="en-GB" dirty="0"/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68505D97-DED8-80C0-5F17-FAB62197B12D}"/>
              </a:ext>
            </a:extLst>
          </p:cNvPr>
          <p:cNvSpPr/>
          <p:nvPr/>
        </p:nvSpPr>
        <p:spPr>
          <a:xfrm>
            <a:off x="4898545" y="388008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dirty="0"/>
              <a:t>Suggestions for Proposal A</a:t>
            </a:r>
            <a:endParaRPr lang="en-GB" sz="1400" dirty="0"/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EA864F81-2F58-33E5-420B-6CC9A277F8DE}"/>
              </a:ext>
            </a:extLst>
          </p:cNvPr>
          <p:cNvSpPr/>
          <p:nvPr/>
        </p:nvSpPr>
        <p:spPr>
          <a:xfrm>
            <a:off x="5050945" y="3367177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dirty="0"/>
              <a:t>Suggestions for Proposal </a:t>
            </a:r>
            <a:r>
              <a:rPr lang="en-US" altLang="zh-CN" sz="1400" dirty="0"/>
              <a:t>B</a:t>
            </a:r>
            <a:endParaRPr lang="en-GB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7BECA6-A166-D856-AD88-AE8CC6AFEA87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255855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E31C-A59F-A4CC-EE86-F549EB26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I">
            <a:extLst>
              <a:ext uri="{FF2B5EF4-FFF2-40B4-BE49-F238E27FC236}">
                <a16:creationId xmlns:a16="http://schemas.microsoft.com/office/drawing/2014/main" id="{5EF77314-6A7B-65B0-4CF0-343E50814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1081176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I">
            <a:extLst>
              <a:ext uri="{FF2B5EF4-FFF2-40B4-BE49-F238E27FC236}">
                <a16:creationId xmlns:a16="http://schemas.microsoft.com/office/drawing/2014/main" id="{5586D948-D915-372C-B964-5FCB9896F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34" y="3367177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I">
            <a:extLst>
              <a:ext uri="{FF2B5EF4-FFF2-40B4-BE49-F238E27FC236}">
                <a16:creationId xmlns:a16="http://schemas.microsoft.com/office/drawing/2014/main" id="{632A72FC-74AE-683B-C3C9-AA56A2DF7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005" y="2266590"/>
            <a:ext cx="954658" cy="95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61755960-5357-FE87-CA01-BD7FE6843FA2}"/>
              </a:ext>
            </a:extLst>
          </p:cNvPr>
          <p:cNvSpPr/>
          <p:nvPr/>
        </p:nvSpPr>
        <p:spPr>
          <a:xfrm>
            <a:off x="2329132" y="1219199"/>
            <a:ext cx="678613" cy="67861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8E8616E-CE78-8841-5C72-E67379BEC20C}"/>
              </a:ext>
            </a:extLst>
          </p:cNvPr>
          <p:cNvSpPr/>
          <p:nvPr/>
        </p:nvSpPr>
        <p:spPr>
          <a:xfrm>
            <a:off x="2329132" y="3505199"/>
            <a:ext cx="678613" cy="67861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116DE56-913A-AA14-C020-B4AFCDDAA8F2}"/>
              </a:ext>
            </a:extLst>
          </p:cNvPr>
          <p:cNvSpPr/>
          <p:nvPr/>
        </p:nvSpPr>
        <p:spPr>
          <a:xfrm>
            <a:off x="6165011" y="2404613"/>
            <a:ext cx="678613" cy="6786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A6C3612-F3F4-96CA-2EBE-5FD1F52C35A2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>
            <a:off x="3007745" y="1558506"/>
            <a:ext cx="3256647" cy="94548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1685E9C-38A8-9ECA-ABF2-31C97ADE3272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3007745" y="2983845"/>
            <a:ext cx="3256647" cy="860661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50" name="Picture 2" descr="Robot">
            <a:extLst>
              <a:ext uri="{FF2B5EF4-FFF2-40B4-BE49-F238E27FC236}">
                <a16:creationId xmlns:a16="http://schemas.microsoft.com/office/drawing/2014/main" id="{E201FCFF-8170-18F9-E69E-EE6C3C629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69" y="934257"/>
            <a:ext cx="860661" cy="86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obot">
            <a:extLst>
              <a:ext uri="{FF2B5EF4-FFF2-40B4-BE49-F238E27FC236}">
                <a16:creationId xmlns:a16="http://schemas.microsoft.com/office/drawing/2014/main" id="{2BE24B01-F876-6721-4BD3-495548DC7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68" y="3583829"/>
            <a:ext cx="860661" cy="86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0953008A-7528-FCE4-1478-1D45311FF9EE}"/>
              </a:ext>
            </a:extLst>
          </p:cNvPr>
          <p:cNvSpPr/>
          <p:nvPr/>
        </p:nvSpPr>
        <p:spPr>
          <a:xfrm>
            <a:off x="1985514" y="420539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Proposal A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056F4D03-4E38-BB4F-4800-89CBCDC45CF2}"/>
              </a:ext>
            </a:extLst>
          </p:cNvPr>
          <p:cNvSpPr/>
          <p:nvPr/>
        </p:nvSpPr>
        <p:spPr>
          <a:xfrm>
            <a:off x="1745589" y="2473898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Proposal B</a:t>
            </a: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2C7B5763-B824-1A95-5B3F-14DA4BAC3334}"/>
              </a:ext>
            </a:extLst>
          </p:cNvPr>
          <p:cNvSpPr/>
          <p:nvPr/>
        </p:nvSpPr>
        <p:spPr>
          <a:xfrm>
            <a:off x="4898545" y="388008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Suggestions for Proposal A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57BF7008-5AB2-B002-9FC2-FCA5BF2114CF}"/>
              </a:ext>
            </a:extLst>
          </p:cNvPr>
          <p:cNvSpPr/>
          <p:nvPr/>
        </p:nvSpPr>
        <p:spPr>
          <a:xfrm>
            <a:off x="5050945" y="3367177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Suggestions for Proposal B</a:t>
            </a: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32FDD6F2-47AD-D804-42CC-272A8A9E5BC6}"/>
              </a:ext>
            </a:extLst>
          </p:cNvPr>
          <p:cNvSpPr/>
          <p:nvPr/>
        </p:nvSpPr>
        <p:spPr>
          <a:xfrm>
            <a:off x="7145730" y="1364587"/>
            <a:ext cx="1365847" cy="612648"/>
          </a:xfrm>
          <a:prstGeom prst="wedgeRoundRectCallout">
            <a:avLst>
              <a:gd name="adj1" fmla="val -29675"/>
              <a:gd name="adj2" fmla="val 7094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Proposal C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99CE075-AC0D-4C0E-B7DC-0525B36DA8FE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49924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2298C-7005-3B79-A1A5-7E670E6F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0EC2F0DE-9E8A-32AA-AF08-D26FC0E50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111730"/>
            <a:ext cx="5895975" cy="3771900"/>
          </a:xfrm>
          <a:prstGeom prst="rect">
            <a:avLst/>
          </a:prstGeom>
        </p:spPr>
      </p:pic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4DD250FB-ACFF-ABB9-52D1-AFAA87331507}"/>
              </a:ext>
            </a:extLst>
          </p:cNvPr>
          <p:cNvSpPr/>
          <p:nvPr/>
        </p:nvSpPr>
        <p:spPr>
          <a:xfrm>
            <a:off x="2590979" y="1111729"/>
            <a:ext cx="4929007" cy="1942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5ACB6B9F-06A7-A4BD-ABB1-4C96856503C3}"/>
              </a:ext>
            </a:extLst>
          </p:cNvPr>
          <p:cNvSpPr/>
          <p:nvPr/>
        </p:nvSpPr>
        <p:spPr>
          <a:xfrm>
            <a:off x="1624013" y="2997680"/>
            <a:ext cx="5895974" cy="1942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490A74-0E62-641D-8D4E-242D2A23C55C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412618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25E3-670D-A0B2-C451-FEB8C71DB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2826E140-6A58-3308-892B-229AF5F28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111730"/>
            <a:ext cx="5895975" cy="3771900"/>
          </a:xfrm>
          <a:prstGeom prst="rect">
            <a:avLst/>
          </a:prstGeom>
        </p:spPr>
      </p:pic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A939F361-3BDB-C33A-1E79-0C2660236EBD}"/>
              </a:ext>
            </a:extLst>
          </p:cNvPr>
          <p:cNvSpPr/>
          <p:nvPr/>
        </p:nvSpPr>
        <p:spPr>
          <a:xfrm>
            <a:off x="1624013" y="2997680"/>
            <a:ext cx="5895974" cy="1942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CE1E9A-EE1C-01B8-6B6F-AD494B806FC8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B00A76CB-9174-AD2A-7FB1-80700D7B6D5C}"/>
              </a:ext>
            </a:extLst>
          </p:cNvPr>
          <p:cNvSpPr/>
          <p:nvPr/>
        </p:nvSpPr>
        <p:spPr>
          <a:xfrm>
            <a:off x="2454080" y="1658973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58429373-0DCF-7DF0-6C2C-372A12E52651}"/>
              </a:ext>
            </a:extLst>
          </p:cNvPr>
          <p:cNvSpPr/>
          <p:nvPr/>
        </p:nvSpPr>
        <p:spPr>
          <a:xfrm>
            <a:off x="2483341" y="2127849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114F9A66-0933-5D43-8B6A-5ABF2ADDD9F1}"/>
              </a:ext>
            </a:extLst>
          </p:cNvPr>
          <p:cNvSpPr/>
          <p:nvPr/>
        </p:nvSpPr>
        <p:spPr>
          <a:xfrm rot="10800000">
            <a:off x="4049961" y="2127849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4CD5CD0-2265-E11C-3FA3-B92361A115F9}"/>
              </a:ext>
            </a:extLst>
          </p:cNvPr>
          <p:cNvSpPr/>
          <p:nvPr/>
        </p:nvSpPr>
        <p:spPr>
          <a:xfrm rot="10800000">
            <a:off x="4049960" y="1658973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7049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64F1-7A0E-165D-8773-C4024279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D3751F2A-840F-D09D-C3BA-869B03830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111730"/>
            <a:ext cx="5895975" cy="3771900"/>
          </a:xfrm>
          <a:prstGeom prst="rect">
            <a:avLst/>
          </a:prstGeom>
        </p:spPr>
      </p:pic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A147B6D0-633B-C9B4-7732-3E9D1EB9EA44}"/>
              </a:ext>
            </a:extLst>
          </p:cNvPr>
          <p:cNvSpPr/>
          <p:nvPr/>
        </p:nvSpPr>
        <p:spPr>
          <a:xfrm>
            <a:off x="3338423" y="2997680"/>
            <a:ext cx="4181564" cy="1942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5090EF-E010-BF93-B006-EFF1EB70C833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69457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0A636-420F-E684-6152-176D6D7A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4CDF692C-4C8A-D388-F99F-B0479CBC9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111730"/>
            <a:ext cx="5895975" cy="3771900"/>
          </a:xfrm>
          <a:prstGeom prst="rect">
            <a:avLst/>
          </a:prstGeom>
        </p:spPr>
      </p:pic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05FDCED4-A596-2709-2B70-D4BF24BDDF7A}"/>
              </a:ext>
            </a:extLst>
          </p:cNvPr>
          <p:cNvSpPr/>
          <p:nvPr/>
        </p:nvSpPr>
        <p:spPr>
          <a:xfrm>
            <a:off x="5262113" y="2997680"/>
            <a:ext cx="2257874" cy="194202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BDE22C-DA53-3A38-7924-DD864472FC0D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317173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7B551-9F53-1402-5E29-2CC4F829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F260F751-8E5E-8BED-04F8-942D09D7C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1111730"/>
            <a:ext cx="5895975" cy="37719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5EBC780-3BF7-7D9A-B283-F89F258384D6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146613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F4EE-29E6-EA65-DE16-C0BF177E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5DB760-CA76-40E9-954A-BAAA12F137A6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FB47F1F-FE40-963B-6A40-C21F79CE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60" y="1482498"/>
            <a:ext cx="8538879" cy="3425933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C03A70E6-F979-FB44-E8E0-0356B8352B33}"/>
              </a:ext>
            </a:extLst>
          </p:cNvPr>
          <p:cNvSpPr/>
          <p:nvPr/>
        </p:nvSpPr>
        <p:spPr>
          <a:xfrm>
            <a:off x="76046" y="2192565"/>
            <a:ext cx="453027" cy="31647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3577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B1F96-4F24-35B3-89AD-FABE626BD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BB2EF3-3C75-E480-03A1-D90B1BF6B4E6}"/>
              </a:ext>
            </a:extLst>
          </p:cNvPr>
          <p:cNvSpPr txBox="1"/>
          <p:nvPr/>
        </p:nvSpPr>
        <p:spPr>
          <a:xfrm>
            <a:off x="0" y="6401275"/>
            <a:ext cx="5419711" cy="32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99"/>
              </a:lnSpc>
              <a:spcAft>
                <a:spcPts val="900"/>
              </a:spcAft>
              <a:buNone/>
            </a:pPr>
            <a:r>
              <a:rPr lang="en-GB" sz="1200" noProof="0" dirty="0">
                <a:solidFill>
                  <a:srgbClr val="000000"/>
                </a:solidFill>
                <a:latin typeface="Lucida Grande"/>
              </a:rPr>
              <a:t>Scaling Large Language Model-based Multi-Agent Collaboration (2025)</a:t>
            </a:r>
            <a:endParaRPr lang="en-GB" sz="1200" i="0" noProof="0" dirty="0">
              <a:solidFill>
                <a:srgbClr val="000000"/>
              </a:solidFill>
              <a:effectLst/>
              <a:latin typeface="Lucida Grande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BA3E17-94AE-7B99-B283-ED242F4E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60" y="1482498"/>
            <a:ext cx="8538879" cy="34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全屏显示(4:3)</PresentationFormat>
  <Paragraphs>24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Lucida Grande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2026-03-31T22:19:29Z</dcterms:created>
  <dcterms:modified xsi:type="dcterms:W3CDTF">2026-06-13T19:36:54Z</dcterms:modified>
  <cp:category/>
</cp:coreProperties>
</file>