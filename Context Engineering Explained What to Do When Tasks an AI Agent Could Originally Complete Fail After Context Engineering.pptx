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304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84B81-D4D8-45EC-A37C-7CAACEF7A54D}" v="57" dt="2026-04-16T20:27:48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EA4F-0BCC-0CC3-D879-5216B834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F99138A-A74C-D70D-79E4-8321D6A31DCC}"/>
              </a:ext>
            </a:extLst>
          </p:cNvPr>
          <p:cNvSpPr/>
          <p:nvPr/>
        </p:nvSpPr>
        <p:spPr>
          <a:xfrm>
            <a:off x="40860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4E57152A-FD62-2D01-7AE4-83BA4316D5A7}"/>
              </a:ext>
            </a:extLst>
          </p:cNvPr>
          <p:cNvSpPr/>
          <p:nvPr/>
        </p:nvSpPr>
        <p:spPr>
          <a:xfrm>
            <a:off x="40860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E5355AA0-198C-E327-3E82-73BB649DA834}"/>
              </a:ext>
            </a:extLst>
          </p:cNvPr>
          <p:cNvSpPr/>
          <p:nvPr/>
        </p:nvSpPr>
        <p:spPr>
          <a:xfrm>
            <a:off x="40713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808FC0E-C966-26F8-9725-7039746AEF91}"/>
              </a:ext>
            </a:extLst>
          </p:cNvPr>
          <p:cNvSpPr/>
          <p:nvPr/>
        </p:nvSpPr>
        <p:spPr>
          <a:xfrm>
            <a:off x="41388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E548C32-2081-542F-7E1F-91CF1D07581D}"/>
              </a:ext>
            </a:extLst>
          </p:cNvPr>
          <p:cNvSpPr/>
          <p:nvPr/>
        </p:nvSpPr>
        <p:spPr>
          <a:xfrm>
            <a:off x="41388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65D4A1-D500-6AAB-3458-28CAB60EBDE7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EBA767C-2FFB-36C2-7798-9AD28602F50A}"/>
              </a:ext>
            </a:extLst>
          </p:cNvPr>
          <p:cNvSpPr/>
          <p:nvPr/>
        </p:nvSpPr>
        <p:spPr>
          <a:xfrm>
            <a:off x="41388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BA992357-8143-1A7B-9ABE-AA1FD170E822}"/>
              </a:ext>
            </a:extLst>
          </p:cNvPr>
          <p:cNvSpPr/>
          <p:nvPr/>
        </p:nvSpPr>
        <p:spPr>
          <a:xfrm>
            <a:off x="40713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D81FBAD-5742-6857-6D41-22BAA0F3632A}"/>
              </a:ext>
            </a:extLst>
          </p:cNvPr>
          <p:cNvSpPr/>
          <p:nvPr/>
        </p:nvSpPr>
        <p:spPr>
          <a:xfrm>
            <a:off x="7424288" y="201929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EED6811D-48C2-8011-D926-C5EEF73D9443}"/>
              </a:ext>
            </a:extLst>
          </p:cNvPr>
          <p:cNvSpPr/>
          <p:nvPr/>
        </p:nvSpPr>
        <p:spPr>
          <a:xfrm>
            <a:off x="7424288" y="128538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0B9A3A20-ADDA-D8F8-6176-64C6B83CE351}"/>
              </a:ext>
            </a:extLst>
          </p:cNvPr>
          <p:cNvSpPr/>
          <p:nvPr/>
        </p:nvSpPr>
        <p:spPr>
          <a:xfrm>
            <a:off x="7429572" y="248580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7137C5C3-31F9-B91E-B8AD-83B6FD428066}"/>
              </a:ext>
            </a:extLst>
          </p:cNvPr>
          <p:cNvSpPr/>
          <p:nvPr/>
        </p:nvSpPr>
        <p:spPr>
          <a:xfrm>
            <a:off x="7429572" y="295230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C7FB10A3-AC9B-9FA9-E00E-8BC339A15FD7}"/>
              </a:ext>
            </a:extLst>
          </p:cNvPr>
          <p:cNvSpPr/>
          <p:nvPr/>
        </p:nvSpPr>
        <p:spPr>
          <a:xfrm>
            <a:off x="163830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1E7BB36-CE21-37F8-27D9-E28CE8D057BE}"/>
              </a:ext>
            </a:extLst>
          </p:cNvPr>
          <p:cNvCxnSpPr>
            <a:cxnSpLocks/>
          </p:cNvCxnSpPr>
          <p:nvPr/>
        </p:nvCxnSpPr>
        <p:spPr>
          <a:xfrm>
            <a:off x="1809750" y="2662668"/>
            <a:ext cx="5505450" cy="1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4" descr="Big data ">
            <a:extLst>
              <a:ext uri="{FF2B5EF4-FFF2-40B4-BE49-F238E27FC236}">
                <a16:creationId xmlns:a16="http://schemas.microsoft.com/office/drawing/2014/main" id="{EE40B3F4-5A5A-22A4-E6F6-DE37B08F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1461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021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AB96-12FB-E3DF-5977-6BCFE95C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02885A7C-3298-C507-F129-D79EDEE2E3DB}"/>
              </a:ext>
            </a:extLst>
          </p:cNvPr>
          <p:cNvSpPr/>
          <p:nvPr/>
        </p:nvSpPr>
        <p:spPr>
          <a:xfrm>
            <a:off x="40860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DEEBC5C7-1F51-B146-8E93-0B2603A6461D}"/>
              </a:ext>
            </a:extLst>
          </p:cNvPr>
          <p:cNvSpPr/>
          <p:nvPr/>
        </p:nvSpPr>
        <p:spPr>
          <a:xfrm>
            <a:off x="40860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F0A8A70-E1E0-B7C1-30D1-D64865824B53}"/>
              </a:ext>
            </a:extLst>
          </p:cNvPr>
          <p:cNvSpPr/>
          <p:nvPr/>
        </p:nvSpPr>
        <p:spPr>
          <a:xfrm>
            <a:off x="40713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E635D98C-3FC2-1FF5-436E-F457584667C5}"/>
              </a:ext>
            </a:extLst>
          </p:cNvPr>
          <p:cNvSpPr/>
          <p:nvPr/>
        </p:nvSpPr>
        <p:spPr>
          <a:xfrm>
            <a:off x="41388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BBF43BDB-BFB7-F67A-15C8-08A88655216A}"/>
              </a:ext>
            </a:extLst>
          </p:cNvPr>
          <p:cNvSpPr/>
          <p:nvPr/>
        </p:nvSpPr>
        <p:spPr>
          <a:xfrm>
            <a:off x="41388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2444E9-1EBD-ADEB-B5B7-3DAF1D79AD8E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CD75CB34-0C06-0EA1-77A6-D8D96DAC27E3}"/>
              </a:ext>
            </a:extLst>
          </p:cNvPr>
          <p:cNvSpPr/>
          <p:nvPr/>
        </p:nvSpPr>
        <p:spPr>
          <a:xfrm>
            <a:off x="41388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DD79AFA-DA9E-F373-4125-595A2150F71A}"/>
              </a:ext>
            </a:extLst>
          </p:cNvPr>
          <p:cNvSpPr/>
          <p:nvPr/>
        </p:nvSpPr>
        <p:spPr>
          <a:xfrm>
            <a:off x="40713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E7507C0A-1B80-0713-976B-CE64AA36AE58}"/>
              </a:ext>
            </a:extLst>
          </p:cNvPr>
          <p:cNvSpPr/>
          <p:nvPr/>
        </p:nvSpPr>
        <p:spPr>
          <a:xfrm>
            <a:off x="7424288" y="201929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C5B1CAD5-6953-0558-70CC-C7048C3B309F}"/>
              </a:ext>
            </a:extLst>
          </p:cNvPr>
          <p:cNvSpPr/>
          <p:nvPr/>
        </p:nvSpPr>
        <p:spPr>
          <a:xfrm>
            <a:off x="7424288" y="128538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6C30F176-F1E6-ABB8-6AC1-C09DA72303A8}"/>
              </a:ext>
            </a:extLst>
          </p:cNvPr>
          <p:cNvSpPr/>
          <p:nvPr/>
        </p:nvSpPr>
        <p:spPr>
          <a:xfrm>
            <a:off x="7429572" y="248580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184938D2-6878-1D0E-1044-F56B9BEFF299}"/>
              </a:ext>
            </a:extLst>
          </p:cNvPr>
          <p:cNvSpPr/>
          <p:nvPr/>
        </p:nvSpPr>
        <p:spPr>
          <a:xfrm>
            <a:off x="7429572" y="295230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416E8E39-239F-9340-0664-5EB35D24B7DF}"/>
              </a:ext>
            </a:extLst>
          </p:cNvPr>
          <p:cNvSpPr/>
          <p:nvPr/>
        </p:nvSpPr>
        <p:spPr>
          <a:xfrm>
            <a:off x="163830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乘号 32">
            <a:extLst>
              <a:ext uri="{FF2B5EF4-FFF2-40B4-BE49-F238E27FC236}">
                <a16:creationId xmlns:a16="http://schemas.microsoft.com/office/drawing/2014/main" id="{8BF5859D-E0EA-8C99-E842-D52C82FEAE80}"/>
              </a:ext>
            </a:extLst>
          </p:cNvPr>
          <p:cNvSpPr/>
          <p:nvPr/>
        </p:nvSpPr>
        <p:spPr>
          <a:xfrm>
            <a:off x="8082520" y="2975223"/>
            <a:ext cx="914400" cy="914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Checked ">
            <a:extLst>
              <a:ext uri="{FF2B5EF4-FFF2-40B4-BE49-F238E27FC236}">
                <a16:creationId xmlns:a16="http://schemas.microsoft.com/office/drawing/2014/main" id="{77768FC4-D49F-E3C0-073B-6DC6682F6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3642026"/>
            <a:ext cx="817379" cy="8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FBAAAE6-4329-639B-71EC-C6D3F020259D}"/>
              </a:ext>
            </a:extLst>
          </p:cNvPr>
          <p:cNvCxnSpPr>
            <a:cxnSpLocks/>
          </p:cNvCxnSpPr>
          <p:nvPr/>
        </p:nvCxnSpPr>
        <p:spPr>
          <a:xfrm>
            <a:off x="1809750" y="2662668"/>
            <a:ext cx="5505450" cy="1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Big data ">
            <a:extLst>
              <a:ext uri="{FF2B5EF4-FFF2-40B4-BE49-F238E27FC236}">
                <a16:creationId xmlns:a16="http://schemas.microsoft.com/office/drawing/2014/main" id="{A3143CDA-87A8-78F5-0B59-634E6EE4A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1461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19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5404-6882-CEBE-71D2-E8302AC1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1751837-0B32-9F51-23F1-5887F6D45D96}"/>
              </a:ext>
            </a:extLst>
          </p:cNvPr>
          <p:cNvSpPr/>
          <p:nvPr/>
        </p:nvSpPr>
        <p:spPr>
          <a:xfrm>
            <a:off x="7346950" y="1189144"/>
            <a:ext cx="1289050" cy="222188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4CC9ACB-3914-2D4B-B50F-ADF518312380}"/>
              </a:ext>
            </a:extLst>
          </p:cNvPr>
          <p:cNvSpPr/>
          <p:nvPr/>
        </p:nvSpPr>
        <p:spPr>
          <a:xfrm>
            <a:off x="330200" y="506288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213CC4AF-D42F-51A3-08D2-5DA4EA8FD6E5}"/>
              </a:ext>
            </a:extLst>
          </p:cNvPr>
          <p:cNvSpPr/>
          <p:nvPr/>
        </p:nvSpPr>
        <p:spPr>
          <a:xfrm>
            <a:off x="40860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A0C51FFD-C529-B124-8737-CD68E5013BCE}"/>
              </a:ext>
            </a:extLst>
          </p:cNvPr>
          <p:cNvSpPr/>
          <p:nvPr/>
        </p:nvSpPr>
        <p:spPr>
          <a:xfrm>
            <a:off x="40860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E6E6B509-5E85-B636-56FA-D0B1B8814BAB}"/>
              </a:ext>
            </a:extLst>
          </p:cNvPr>
          <p:cNvSpPr/>
          <p:nvPr/>
        </p:nvSpPr>
        <p:spPr>
          <a:xfrm>
            <a:off x="40713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8806D2D5-D9D8-9024-53A2-A7053ADE2DEE}"/>
              </a:ext>
            </a:extLst>
          </p:cNvPr>
          <p:cNvSpPr/>
          <p:nvPr/>
        </p:nvSpPr>
        <p:spPr>
          <a:xfrm>
            <a:off x="41388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AE781C41-864B-7F31-A82A-C7C1019650A7}"/>
              </a:ext>
            </a:extLst>
          </p:cNvPr>
          <p:cNvSpPr/>
          <p:nvPr/>
        </p:nvSpPr>
        <p:spPr>
          <a:xfrm>
            <a:off x="41388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D6DC95-1619-E478-3446-E41133903A5F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9C1E7F72-1D01-3FC8-C8EC-A31265A2A527}"/>
              </a:ext>
            </a:extLst>
          </p:cNvPr>
          <p:cNvSpPr/>
          <p:nvPr/>
        </p:nvSpPr>
        <p:spPr>
          <a:xfrm>
            <a:off x="41388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1A7E5546-1363-3842-32C7-D2BAD5E97868}"/>
              </a:ext>
            </a:extLst>
          </p:cNvPr>
          <p:cNvSpPr/>
          <p:nvPr/>
        </p:nvSpPr>
        <p:spPr>
          <a:xfrm>
            <a:off x="40713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542AB82C-9314-00D7-ECA1-7AA38BCC7E38}"/>
              </a:ext>
            </a:extLst>
          </p:cNvPr>
          <p:cNvSpPr/>
          <p:nvPr/>
        </p:nvSpPr>
        <p:spPr>
          <a:xfrm>
            <a:off x="7424288" y="201929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ABF02E89-C49A-7596-CEAF-5E2998A4E12D}"/>
              </a:ext>
            </a:extLst>
          </p:cNvPr>
          <p:cNvSpPr/>
          <p:nvPr/>
        </p:nvSpPr>
        <p:spPr>
          <a:xfrm>
            <a:off x="7424288" y="128538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61277CB1-A135-9E5F-F551-2A659DB978D9}"/>
              </a:ext>
            </a:extLst>
          </p:cNvPr>
          <p:cNvSpPr/>
          <p:nvPr/>
        </p:nvSpPr>
        <p:spPr>
          <a:xfrm>
            <a:off x="7429572" y="248580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EB0192CB-07C6-7EB2-5773-BE89D9503656}"/>
              </a:ext>
            </a:extLst>
          </p:cNvPr>
          <p:cNvSpPr/>
          <p:nvPr/>
        </p:nvSpPr>
        <p:spPr>
          <a:xfrm>
            <a:off x="7429572" y="295230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1456BA13-8C59-59D4-2110-8DB4A56318EC}"/>
              </a:ext>
            </a:extLst>
          </p:cNvPr>
          <p:cNvSpPr/>
          <p:nvPr/>
        </p:nvSpPr>
        <p:spPr>
          <a:xfrm>
            <a:off x="163830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乘号 32">
            <a:extLst>
              <a:ext uri="{FF2B5EF4-FFF2-40B4-BE49-F238E27FC236}">
                <a16:creationId xmlns:a16="http://schemas.microsoft.com/office/drawing/2014/main" id="{3AA120F4-CD46-4D70-C60F-B27D16E2E23C}"/>
              </a:ext>
            </a:extLst>
          </p:cNvPr>
          <p:cNvSpPr/>
          <p:nvPr/>
        </p:nvSpPr>
        <p:spPr>
          <a:xfrm>
            <a:off x="8082520" y="2975223"/>
            <a:ext cx="914400" cy="914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Checked ">
            <a:extLst>
              <a:ext uri="{FF2B5EF4-FFF2-40B4-BE49-F238E27FC236}">
                <a16:creationId xmlns:a16="http://schemas.microsoft.com/office/drawing/2014/main" id="{7AE20D7C-3DAD-0D7B-0835-ADFAB07FE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3642026"/>
            <a:ext cx="817379" cy="8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101411F-76F1-B716-0E12-2D44B06334D0}"/>
              </a:ext>
            </a:extLst>
          </p:cNvPr>
          <p:cNvCxnSpPr>
            <a:cxnSpLocks/>
          </p:cNvCxnSpPr>
          <p:nvPr/>
        </p:nvCxnSpPr>
        <p:spPr>
          <a:xfrm>
            <a:off x="1809750" y="2662668"/>
            <a:ext cx="5505450" cy="1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Big data ">
            <a:extLst>
              <a:ext uri="{FF2B5EF4-FFF2-40B4-BE49-F238E27FC236}">
                <a16:creationId xmlns:a16="http://schemas.microsoft.com/office/drawing/2014/main" id="{0985426A-F1F7-8158-B9AC-F3ACB728A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1461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ig data ">
            <a:extLst>
              <a:ext uri="{FF2B5EF4-FFF2-40B4-BE49-F238E27FC236}">
                <a16:creationId xmlns:a16="http://schemas.microsoft.com/office/drawing/2014/main" id="{D8DB9CAF-0F77-528C-9591-5ECFB2875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489384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07C3AEBB-4406-7C32-B0E0-18C0102954CB}"/>
              </a:ext>
            </a:extLst>
          </p:cNvPr>
          <p:cNvCxnSpPr>
            <a:stCxn id="4" idx="2"/>
            <a:endCxn id="3" idx="1"/>
          </p:cNvCxnSpPr>
          <p:nvPr/>
        </p:nvCxnSpPr>
        <p:spPr>
          <a:xfrm rot="16200000" flipH="1">
            <a:off x="1609990" y="3370975"/>
            <a:ext cx="1497207" cy="27677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82C58D93-34DA-3752-16B4-FC1AA23C2B46}"/>
              </a:ext>
            </a:extLst>
          </p:cNvPr>
          <p:cNvCxnSpPr>
            <a:stCxn id="7" idx="2"/>
            <a:endCxn id="3" idx="3"/>
          </p:cNvCxnSpPr>
          <p:nvPr/>
        </p:nvCxnSpPr>
        <p:spPr>
          <a:xfrm rot="5400000">
            <a:off x="5430361" y="2942332"/>
            <a:ext cx="2092415" cy="30298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14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A6DA-D0F2-FD84-F752-6219EBD5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F682B01-D92E-EABD-3C4A-678459D925B8}"/>
              </a:ext>
            </a:extLst>
          </p:cNvPr>
          <p:cNvSpPr/>
          <p:nvPr/>
        </p:nvSpPr>
        <p:spPr>
          <a:xfrm>
            <a:off x="7346950" y="1189144"/>
            <a:ext cx="1289050" cy="222188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211CE7-093D-B0BB-1627-A3B2F21F3F3B}"/>
              </a:ext>
            </a:extLst>
          </p:cNvPr>
          <p:cNvSpPr/>
          <p:nvPr/>
        </p:nvSpPr>
        <p:spPr>
          <a:xfrm>
            <a:off x="330200" y="506288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B8C5DFE-A5E9-921B-8C4B-DDE8D68F2D76}"/>
              </a:ext>
            </a:extLst>
          </p:cNvPr>
          <p:cNvSpPr/>
          <p:nvPr/>
        </p:nvSpPr>
        <p:spPr>
          <a:xfrm>
            <a:off x="40860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1177E5A2-2F4A-B13A-1651-63AE27222145}"/>
              </a:ext>
            </a:extLst>
          </p:cNvPr>
          <p:cNvSpPr/>
          <p:nvPr/>
        </p:nvSpPr>
        <p:spPr>
          <a:xfrm>
            <a:off x="40860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F4C825FC-56CF-9E8C-237F-B9F128608371}"/>
              </a:ext>
            </a:extLst>
          </p:cNvPr>
          <p:cNvSpPr/>
          <p:nvPr/>
        </p:nvSpPr>
        <p:spPr>
          <a:xfrm>
            <a:off x="40713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E57F044C-4D9C-E25C-9743-B0C7ACE05405}"/>
              </a:ext>
            </a:extLst>
          </p:cNvPr>
          <p:cNvSpPr/>
          <p:nvPr/>
        </p:nvSpPr>
        <p:spPr>
          <a:xfrm>
            <a:off x="41388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9D59C174-6A22-7061-B97A-E0351D712777}"/>
              </a:ext>
            </a:extLst>
          </p:cNvPr>
          <p:cNvSpPr/>
          <p:nvPr/>
        </p:nvSpPr>
        <p:spPr>
          <a:xfrm>
            <a:off x="41388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CCE506-749F-A069-7FA5-603DB781E312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D44DB4F-6C74-4CE6-60FB-0E99D186656A}"/>
              </a:ext>
            </a:extLst>
          </p:cNvPr>
          <p:cNvSpPr/>
          <p:nvPr/>
        </p:nvSpPr>
        <p:spPr>
          <a:xfrm>
            <a:off x="41388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4C2625BA-AAFF-CBFB-D118-D2DC89CA69D9}"/>
              </a:ext>
            </a:extLst>
          </p:cNvPr>
          <p:cNvSpPr/>
          <p:nvPr/>
        </p:nvSpPr>
        <p:spPr>
          <a:xfrm>
            <a:off x="40713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687F00D1-B9EC-BE95-527C-05BDA92CECEB}"/>
              </a:ext>
            </a:extLst>
          </p:cNvPr>
          <p:cNvSpPr/>
          <p:nvPr/>
        </p:nvSpPr>
        <p:spPr>
          <a:xfrm>
            <a:off x="7424288" y="201929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97D8A07F-7C6E-5014-89E3-EB31F948BDC5}"/>
              </a:ext>
            </a:extLst>
          </p:cNvPr>
          <p:cNvSpPr/>
          <p:nvPr/>
        </p:nvSpPr>
        <p:spPr>
          <a:xfrm>
            <a:off x="7424288" y="128538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BACBC040-D42A-AF0C-57F1-E49845DE821B}"/>
              </a:ext>
            </a:extLst>
          </p:cNvPr>
          <p:cNvSpPr/>
          <p:nvPr/>
        </p:nvSpPr>
        <p:spPr>
          <a:xfrm>
            <a:off x="7429572" y="248580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A057B04C-896A-819D-FE12-3128AE89CE00}"/>
              </a:ext>
            </a:extLst>
          </p:cNvPr>
          <p:cNvSpPr/>
          <p:nvPr/>
        </p:nvSpPr>
        <p:spPr>
          <a:xfrm>
            <a:off x="7429572" y="295230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AB476E11-BB08-A94B-9B70-673EDCF631CA}"/>
              </a:ext>
            </a:extLst>
          </p:cNvPr>
          <p:cNvSpPr/>
          <p:nvPr/>
        </p:nvSpPr>
        <p:spPr>
          <a:xfrm>
            <a:off x="163830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乘号 32">
            <a:extLst>
              <a:ext uri="{FF2B5EF4-FFF2-40B4-BE49-F238E27FC236}">
                <a16:creationId xmlns:a16="http://schemas.microsoft.com/office/drawing/2014/main" id="{7544597B-6245-EDDD-9288-893BAC6287D7}"/>
              </a:ext>
            </a:extLst>
          </p:cNvPr>
          <p:cNvSpPr/>
          <p:nvPr/>
        </p:nvSpPr>
        <p:spPr>
          <a:xfrm>
            <a:off x="8082520" y="2975223"/>
            <a:ext cx="914400" cy="914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Checked ">
            <a:extLst>
              <a:ext uri="{FF2B5EF4-FFF2-40B4-BE49-F238E27FC236}">
                <a16:creationId xmlns:a16="http://schemas.microsoft.com/office/drawing/2014/main" id="{AD2EA188-DF84-3251-2FDE-68CE5DD34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3642026"/>
            <a:ext cx="817379" cy="8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0FA0D6B-49FB-555B-CEC4-55ED72707286}"/>
              </a:ext>
            </a:extLst>
          </p:cNvPr>
          <p:cNvCxnSpPr>
            <a:cxnSpLocks/>
          </p:cNvCxnSpPr>
          <p:nvPr/>
        </p:nvCxnSpPr>
        <p:spPr>
          <a:xfrm>
            <a:off x="1809750" y="2662668"/>
            <a:ext cx="5505450" cy="1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Big data ">
            <a:extLst>
              <a:ext uri="{FF2B5EF4-FFF2-40B4-BE49-F238E27FC236}">
                <a16:creationId xmlns:a16="http://schemas.microsoft.com/office/drawing/2014/main" id="{9CD113A6-DA48-5C07-FF7A-981F25C4D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1461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ig data ">
            <a:extLst>
              <a:ext uri="{FF2B5EF4-FFF2-40B4-BE49-F238E27FC236}">
                <a16:creationId xmlns:a16="http://schemas.microsoft.com/office/drawing/2014/main" id="{89CB4600-4FC8-3EA4-9F35-73BA48348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489384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46DD1DC6-3751-54E6-45C7-E5AAA61BFE80}"/>
              </a:ext>
            </a:extLst>
          </p:cNvPr>
          <p:cNvCxnSpPr>
            <a:stCxn id="4" idx="2"/>
            <a:endCxn id="3" idx="1"/>
          </p:cNvCxnSpPr>
          <p:nvPr/>
        </p:nvCxnSpPr>
        <p:spPr>
          <a:xfrm rot="16200000" flipH="1">
            <a:off x="1609990" y="3370975"/>
            <a:ext cx="1497207" cy="27677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8E2F5C9-B624-01D1-CE4E-0B6798B783E8}"/>
              </a:ext>
            </a:extLst>
          </p:cNvPr>
          <p:cNvCxnSpPr>
            <a:stCxn id="7" idx="2"/>
            <a:endCxn id="3" idx="3"/>
          </p:cNvCxnSpPr>
          <p:nvPr/>
        </p:nvCxnSpPr>
        <p:spPr>
          <a:xfrm rot="5400000">
            <a:off x="5430361" y="2942332"/>
            <a:ext cx="2092415" cy="30298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3ADC1F0-B79C-339C-9E67-FB7D4F6B15BB}"/>
              </a:ext>
            </a:extLst>
          </p:cNvPr>
          <p:cNvSpPr/>
          <p:nvPr/>
        </p:nvSpPr>
        <p:spPr>
          <a:xfrm>
            <a:off x="3794345" y="4035672"/>
            <a:ext cx="1115432" cy="3896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5185C65-2928-81DD-13A1-B9BBE4F18159}"/>
              </a:ext>
            </a:extLst>
          </p:cNvPr>
          <p:cNvCxnSpPr>
            <a:stCxn id="3" idx="0"/>
            <a:endCxn id="5" idx="2"/>
          </p:cNvCxnSpPr>
          <p:nvPr/>
        </p:nvCxnSpPr>
        <p:spPr>
          <a:xfrm flipV="1">
            <a:off x="4352061" y="4425344"/>
            <a:ext cx="0" cy="468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10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09A4-4774-C25F-A617-10550AE9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3ABE726A-1E51-3376-CC83-FF5C1BC32B98}"/>
              </a:ext>
            </a:extLst>
          </p:cNvPr>
          <p:cNvSpPr/>
          <p:nvPr/>
        </p:nvSpPr>
        <p:spPr>
          <a:xfrm>
            <a:off x="7346950" y="1189144"/>
            <a:ext cx="1289050" cy="222188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DB54922-03F1-C4CC-2C07-DAD07BC3B052}"/>
              </a:ext>
            </a:extLst>
          </p:cNvPr>
          <p:cNvSpPr/>
          <p:nvPr/>
        </p:nvSpPr>
        <p:spPr>
          <a:xfrm>
            <a:off x="330200" y="506288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663E8A0F-315D-8A1D-5EFC-1DD235395236}"/>
              </a:ext>
            </a:extLst>
          </p:cNvPr>
          <p:cNvSpPr/>
          <p:nvPr/>
        </p:nvSpPr>
        <p:spPr>
          <a:xfrm>
            <a:off x="40860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C8665278-705D-B1E7-05D6-D7247CAF08A7}"/>
              </a:ext>
            </a:extLst>
          </p:cNvPr>
          <p:cNvSpPr/>
          <p:nvPr/>
        </p:nvSpPr>
        <p:spPr>
          <a:xfrm>
            <a:off x="40860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9BBBF2A4-7791-E62F-306C-8BBC241E537B}"/>
              </a:ext>
            </a:extLst>
          </p:cNvPr>
          <p:cNvSpPr/>
          <p:nvPr/>
        </p:nvSpPr>
        <p:spPr>
          <a:xfrm>
            <a:off x="40713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6C3CAE10-F2FC-3B54-68BF-9163C6FDE618}"/>
              </a:ext>
            </a:extLst>
          </p:cNvPr>
          <p:cNvSpPr/>
          <p:nvPr/>
        </p:nvSpPr>
        <p:spPr>
          <a:xfrm>
            <a:off x="41388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425B434E-DF54-A7D7-AB31-B175923FC4BC}"/>
              </a:ext>
            </a:extLst>
          </p:cNvPr>
          <p:cNvSpPr/>
          <p:nvPr/>
        </p:nvSpPr>
        <p:spPr>
          <a:xfrm>
            <a:off x="41388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D5A101-293C-AF86-DC92-08E56F57B731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C1D51CE-0BD0-8EBC-F69C-18E39E768B43}"/>
              </a:ext>
            </a:extLst>
          </p:cNvPr>
          <p:cNvSpPr/>
          <p:nvPr/>
        </p:nvSpPr>
        <p:spPr>
          <a:xfrm>
            <a:off x="41388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FCE46DE3-154A-231D-66C7-AEC10C43CB78}"/>
              </a:ext>
            </a:extLst>
          </p:cNvPr>
          <p:cNvSpPr/>
          <p:nvPr/>
        </p:nvSpPr>
        <p:spPr>
          <a:xfrm>
            <a:off x="40713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A543B6CC-80C5-4760-35E4-C74B33D0CD17}"/>
              </a:ext>
            </a:extLst>
          </p:cNvPr>
          <p:cNvSpPr/>
          <p:nvPr/>
        </p:nvSpPr>
        <p:spPr>
          <a:xfrm>
            <a:off x="7424288" y="201929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FBAE270E-1AE8-8479-0FDD-8DF5DA014F31}"/>
              </a:ext>
            </a:extLst>
          </p:cNvPr>
          <p:cNvSpPr/>
          <p:nvPr/>
        </p:nvSpPr>
        <p:spPr>
          <a:xfrm>
            <a:off x="7424288" y="128538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9504492E-F25D-29ED-C428-6DD504E70181}"/>
              </a:ext>
            </a:extLst>
          </p:cNvPr>
          <p:cNvSpPr/>
          <p:nvPr/>
        </p:nvSpPr>
        <p:spPr>
          <a:xfrm>
            <a:off x="7429572" y="248580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97867F05-050B-18EE-BE40-09A5B6E659AF}"/>
              </a:ext>
            </a:extLst>
          </p:cNvPr>
          <p:cNvSpPr/>
          <p:nvPr/>
        </p:nvSpPr>
        <p:spPr>
          <a:xfrm>
            <a:off x="7429572" y="295230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A3178651-2AC5-CFCF-C3E5-F510F67AF2C7}"/>
              </a:ext>
            </a:extLst>
          </p:cNvPr>
          <p:cNvSpPr/>
          <p:nvPr/>
        </p:nvSpPr>
        <p:spPr>
          <a:xfrm>
            <a:off x="163830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乘号 32">
            <a:extLst>
              <a:ext uri="{FF2B5EF4-FFF2-40B4-BE49-F238E27FC236}">
                <a16:creationId xmlns:a16="http://schemas.microsoft.com/office/drawing/2014/main" id="{EBDC74A9-0D8F-1FD9-086D-B61E6C9E3CF6}"/>
              </a:ext>
            </a:extLst>
          </p:cNvPr>
          <p:cNvSpPr/>
          <p:nvPr/>
        </p:nvSpPr>
        <p:spPr>
          <a:xfrm>
            <a:off x="8082520" y="2975223"/>
            <a:ext cx="914400" cy="914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Checked ">
            <a:extLst>
              <a:ext uri="{FF2B5EF4-FFF2-40B4-BE49-F238E27FC236}">
                <a16:creationId xmlns:a16="http://schemas.microsoft.com/office/drawing/2014/main" id="{2B98E608-DA24-7E92-E586-639463A0A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3642026"/>
            <a:ext cx="817379" cy="8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2029F92-BBEC-21EB-D7F5-A05AB5F4E7AB}"/>
              </a:ext>
            </a:extLst>
          </p:cNvPr>
          <p:cNvCxnSpPr>
            <a:cxnSpLocks/>
          </p:cNvCxnSpPr>
          <p:nvPr/>
        </p:nvCxnSpPr>
        <p:spPr>
          <a:xfrm>
            <a:off x="1809750" y="2662668"/>
            <a:ext cx="5505450" cy="1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Big data ">
            <a:extLst>
              <a:ext uri="{FF2B5EF4-FFF2-40B4-BE49-F238E27FC236}">
                <a16:creationId xmlns:a16="http://schemas.microsoft.com/office/drawing/2014/main" id="{6BA06EC5-DD93-436E-C992-8C882A625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14614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ig data ">
            <a:extLst>
              <a:ext uri="{FF2B5EF4-FFF2-40B4-BE49-F238E27FC236}">
                <a16:creationId xmlns:a16="http://schemas.microsoft.com/office/drawing/2014/main" id="{9C89B06F-FBFE-F432-93A4-888718335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61" y="489384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983EDE2A-F472-0150-616E-0FC20CC1F020}"/>
              </a:ext>
            </a:extLst>
          </p:cNvPr>
          <p:cNvCxnSpPr>
            <a:stCxn id="4" idx="2"/>
            <a:endCxn id="3" idx="1"/>
          </p:cNvCxnSpPr>
          <p:nvPr/>
        </p:nvCxnSpPr>
        <p:spPr>
          <a:xfrm rot="16200000" flipH="1">
            <a:off x="1609990" y="3370975"/>
            <a:ext cx="1497207" cy="27677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B7DCE359-0B19-FADE-2276-C67252BC95CE}"/>
              </a:ext>
            </a:extLst>
          </p:cNvPr>
          <p:cNvCxnSpPr>
            <a:stCxn id="7" idx="2"/>
            <a:endCxn id="3" idx="3"/>
          </p:cNvCxnSpPr>
          <p:nvPr/>
        </p:nvCxnSpPr>
        <p:spPr>
          <a:xfrm rot="5400000">
            <a:off x="5430361" y="2942332"/>
            <a:ext cx="2092415" cy="30298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AECE8FF2-4DA4-D0DD-DE40-85E4F2D4BF26}"/>
              </a:ext>
            </a:extLst>
          </p:cNvPr>
          <p:cNvSpPr/>
          <p:nvPr/>
        </p:nvSpPr>
        <p:spPr>
          <a:xfrm>
            <a:off x="3794345" y="4035672"/>
            <a:ext cx="1115432" cy="3896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902E23A-EA63-3120-D1C5-B7E32D6816A2}"/>
              </a:ext>
            </a:extLst>
          </p:cNvPr>
          <p:cNvCxnSpPr>
            <a:stCxn id="3" idx="0"/>
            <a:endCxn id="5" idx="2"/>
          </p:cNvCxnSpPr>
          <p:nvPr/>
        </p:nvCxnSpPr>
        <p:spPr>
          <a:xfrm flipV="1">
            <a:off x="4352061" y="4425344"/>
            <a:ext cx="0" cy="468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340A400-5C54-C3A8-3441-ECFD5F24EDFB}"/>
              </a:ext>
            </a:extLst>
          </p:cNvPr>
          <p:cNvSpPr txBox="1"/>
          <p:nvPr/>
        </p:nvSpPr>
        <p:spPr>
          <a:xfrm>
            <a:off x="2748519" y="3406074"/>
            <a:ext cx="341147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dirty="0"/>
              <a:t>The summary should preserve credential variables, token state, authentication requirements, and guardrails for protected APIs.</a:t>
            </a:r>
            <a:endParaRPr lang="en-US" altLang="zh-CN" sz="1100" b="0" i="0" dirty="0">
              <a:solidFill>
                <a:srgbClr val="000000"/>
              </a:solidFill>
              <a:effectLst/>
              <a:latin typeface="rival-sans"/>
            </a:endParaRPr>
          </a:p>
        </p:txBody>
      </p:sp>
    </p:spTree>
    <p:extLst>
      <p:ext uri="{BB962C8B-B14F-4D97-AF65-F5344CB8AC3E}">
        <p14:creationId xmlns:p14="http://schemas.microsoft.com/office/powerpoint/2010/main" val="124540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B8451-B528-ECBD-55D6-69F41989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D197268-4996-2289-5000-C2728861C8F2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FB5F15C-F48B-677A-E99E-6FC8CBEA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169"/>
            <a:ext cx="9144000" cy="2829662"/>
          </a:xfrm>
          <a:prstGeom prst="rect">
            <a:avLst/>
          </a:prstGeom>
        </p:spPr>
      </p:pic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5032BFD3-9372-6594-6627-72F2E015C41D}"/>
              </a:ext>
            </a:extLst>
          </p:cNvPr>
          <p:cNvSpPr/>
          <p:nvPr/>
        </p:nvSpPr>
        <p:spPr>
          <a:xfrm>
            <a:off x="689194" y="2613272"/>
            <a:ext cx="2047655" cy="135547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778CC2F0-CA2A-0F83-E0DB-EDD4E8056431}"/>
              </a:ext>
            </a:extLst>
          </p:cNvPr>
          <p:cNvSpPr/>
          <p:nvPr/>
        </p:nvSpPr>
        <p:spPr>
          <a:xfrm>
            <a:off x="3654645" y="2638672"/>
            <a:ext cx="1965106" cy="135547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4C78D9F7-0EE6-F52B-C0FE-1ECF5909FEB2}"/>
              </a:ext>
            </a:extLst>
          </p:cNvPr>
          <p:cNvSpPr/>
          <p:nvPr/>
        </p:nvSpPr>
        <p:spPr>
          <a:xfrm>
            <a:off x="6537546" y="2638672"/>
            <a:ext cx="2079403" cy="135547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</p:spTree>
    <p:extLst>
      <p:ext uri="{BB962C8B-B14F-4D97-AF65-F5344CB8AC3E}">
        <p14:creationId xmlns:p14="http://schemas.microsoft.com/office/powerpoint/2010/main" val="106944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2854-A773-C161-C82C-8D755C0A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4402AC8-C6C7-B673-02A3-5A397DEE5690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29E930B-9769-DFEE-DFCB-5AF522668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169"/>
            <a:ext cx="9144000" cy="2829662"/>
          </a:xfrm>
          <a:prstGeom prst="rect">
            <a:avLst/>
          </a:prstGeom>
        </p:spPr>
      </p:pic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620B290C-806F-3023-8D33-5C2207EDE863}"/>
              </a:ext>
            </a:extLst>
          </p:cNvPr>
          <p:cNvSpPr/>
          <p:nvPr/>
        </p:nvSpPr>
        <p:spPr>
          <a:xfrm>
            <a:off x="689195" y="2613272"/>
            <a:ext cx="2079402" cy="114592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83B51932-157A-1E5B-C2C3-FE81C44D599B}"/>
              </a:ext>
            </a:extLst>
          </p:cNvPr>
          <p:cNvSpPr/>
          <p:nvPr/>
        </p:nvSpPr>
        <p:spPr>
          <a:xfrm>
            <a:off x="3654645" y="2638672"/>
            <a:ext cx="1965106" cy="98717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8F6A1FC5-722C-18AE-4D3D-9F2359AFBD00}"/>
              </a:ext>
            </a:extLst>
          </p:cNvPr>
          <p:cNvSpPr/>
          <p:nvPr/>
        </p:nvSpPr>
        <p:spPr>
          <a:xfrm>
            <a:off x="6537546" y="2638672"/>
            <a:ext cx="2079403" cy="910978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</p:spTree>
    <p:extLst>
      <p:ext uri="{BB962C8B-B14F-4D97-AF65-F5344CB8AC3E}">
        <p14:creationId xmlns:p14="http://schemas.microsoft.com/office/powerpoint/2010/main" val="259774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B1C81-0019-68ED-ACBD-5989C095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02220EB-E10B-ECAF-B639-D812B04ADAAF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ACON: Optimizing Context Compression for Long-horizon LLM Agents (2025)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0284C13-AEA9-436E-2374-C9761830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169"/>
            <a:ext cx="9144000" cy="282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92C3E-48F6-332A-7B05-D384797E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081E274A-1165-DD59-E7CA-2715855CB0DB}"/>
              </a:ext>
            </a:extLst>
          </p:cNvPr>
          <p:cNvSpPr/>
          <p:nvPr/>
        </p:nvSpPr>
        <p:spPr>
          <a:xfrm>
            <a:off x="146905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960D040F-CF9D-4FE2-0F6F-8B519EFD3558}"/>
              </a:ext>
            </a:extLst>
          </p:cNvPr>
          <p:cNvSpPr/>
          <p:nvPr/>
        </p:nvSpPr>
        <p:spPr>
          <a:xfrm>
            <a:off x="146905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CAEF0A85-A247-BB23-1654-2157A5FA25DA}"/>
              </a:ext>
            </a:extLst>
          </p:cNvPr>
          <p:cNvSpPr/>
          <p:nvPr/>
        </p:nvSpPr>
        <p:spPr>
          <a:xfrm>
            <a:off x="146758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2CD31E7-CE02-7153-9050-E5B1A6BD736E}"/>
              </a:ext>
            </a:extLst>
          </p:cNvPr>
          <p:cNvSpPr/>
          <p:nvPr/>
        </p:nvSpPr>
        <p:spPr>
          <a:xfrm>
            <a:off x="147433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2EBA1633-3588-8B48-9213-87063023E6B0}"/>
              </a:ext>
            </a:extLst>
          </p:cNvPr>
          <p:cNvSpPr/>
          <p:nvPr/>
        </p:nvSpPr>
        <p:spPr>
          <a:xfrm>
            <a:off x="147433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BD3499-AC81-7B74-AFD6-1BF9FD0145EA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Scaling LLM Multi-turn RL with End-to-end Summarization-based Context Management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5F45F951-02BA-FC46-2F27-D4B21489A202}"/>
              </a:ext>
            </a:extLst>
          </p:cNvPr>
          <p:cNvSpPr/>
          <p:nvPr/>
        </p:nvSpPr>
        <p:spPr>
          <a:xfrm>
            <a:off x="147433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56B2874D-5F49-FD8B-8E86-9EF6C94E2CC5}"/>
              </a:ext>
            </a:extLst>
          </p:cNvPr>
          <p:cNvSpPr/>
          <p:nvPr/>
        </p:nvSpPr>
        <p:spPr>
          <a:xfrm>
            <a:off x="146758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DFDFA96F-18D8-5E35-6639-DE3ED6CABE00}"/>
              </a:ext>
            </a:extLst>
          </p:cNvPr>
          <p:cNvSpPr/>
          <p:nvPr/>
        </p:nvSpPr>
        <p:spPr>
          <a:xfrm>
            <a:off x="5824088" y="200024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45210AC5-CA5C-EA61-E1A2-17478E1B5EC2}"/>
              </a:ext>
            </a:extLst>
          </p:cNvPr>
          <p:cNvSpPr/>
          <p:nvPr/>
        </p:nvSpPr>
        <p:spPr>
          <a:xfrm>
            <a:off x="5824088" y="126633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5BEA8A01-2842-755B-94D6-E62634ABAD7B}"/>
              </a:ext>
            </a:extLst>
          </p:cNvPr>
          <p:cNvSpPr/>
          <p:nvPr/>
        </p:nvSpPr>
        <p:spPr>
          <a:xfrm>
            <a:off x="5829372" y="246675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E3852F2E-7D9A-3D2C-3D51-B0519B61E0C0}"/>
              </a:ext>
            </a:extLst>
          </p:cNvPr>
          <p:cNvSpPr/>
          <p:nvPr/>
        </p:nvSpPr>
        <p:spPr>
          <a:xfrm>
            <a:off x="5829372" y="29332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A9872974-A49E-46CB-97D9-2A40CE023033}"/>
              </a:ext>
            </a:extLst>
          </p:cNvPr>
          <p:cNvSpPr/>
          <p:nvPr/>
        </p:nvSpPr>
        <p:spPr>
          <a:xfrm>
            <a:off x="269875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Checked ">
            <a:extLst>
              <a:ext uri="{FF2B5EF4-FFF2-40B4-BE49-F238E27FC236}">
                <a16:creationId xmlns:a16="http://schemas.microsoft.com/office/drawing/2014/main" id="{A73BDED5-E523-37B5-3576-49F8468B3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335" y="3070308"/>
            <a:ext cx="817379" cy="8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ED24D25-7397-0714-6DEA-D201D3B67F98}"/>
              </a:ext>
            </a:extLst>
          </p:cNvPr>
          <p:cNvCxnSpPr>
            <a:cxnSpLocks/>
            <a:stCxn id="32" idx="1"/>
            <a:endCxn id="20" idx="1"/>
          </p:cNvCxnSpPr>
          <p:nvPr/>
        </p:nvCxnSpPr>
        <p:spPr>
          <a:xfrm flipV="1">
            <a:off x="2825750" y="2661586"/>
            <a:ext cx="3003622" cy="1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2651FDD-89E7-B42D-C0E2-66E8822E7027}"/>
              </a:ext>
            </a:extLst>
          </p:cNvPr>
          <p:cNvGrpSpPr/>
          <p:nvPr/>
        </p:nvGrpSpPr>
        <p:grpSpPr>
          <a:xfrm>
            <a:off x="3742461" y="1461436"/>
            <a:ext cx="1219200" cy="1219200"/>
            <a:chOff x="3742461" y="1461436"/>
            <a:chExt cx="1219200" cy="1219200"/>
          </a:xfrm>
        </p:grpSpPr>
        <p:pic>
          <p:nvPicPr>
            <p:cNvPr id="2" name="Picture 4" descr="Big data ">
              <a:extLst>
                <a:ext uri="{FF2B5EF4-FFF2-40B4-BE49-F238E27FC236}">
                  <a16:creationId xmlns:a16="http://schemas.microsoft.com/office/drawing/2014/main" id="{06D8FE0A-1384-3F44-45AD-B90FD47B22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461" y="1461436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Fire ">
              <a:extLst>
                <a:ext uri="{FF2B5EF4-FFF2-40B4-BE49-F238E27FC236}">
                  <a16:creationId xmlns:a16="http://schemas.microsoft.com/office/drawing/2014/main" id="{2CBCC25B-5649-6431-5ECD-551A2E6E4A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7561" y="2062178"/>
              <a:ext cx="581440" cy="58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14502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D884-4599-1389-3F00-6079C5A9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D8AA25-621C-54B0-4B89-60E3ED0F278F}"/>
              </a:ext>
            </a:extLst>
          </p:cNvPr>
          <p:cNvSpPr/>
          <p:nvPr/>
        </p:nvSpPr>
        <p:spPr>
          <a:xfrm>
            <a:off x="5728964" y="1177990"/>
            <a:ext cx="1289050" cy="225101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E854D1D-EA19-7C60-E462-2A8696D88EAC}"/>
              </a:ext>
            </a:extLst>
          </p:cNvPr>
          <p:cNvSpPr/>
          <p:nvPr/>
        </p:nvSpPr>
        <p:spPr>
          <a:xfrm>
            <a:off x="1375031" y="549477"/>
            <a:ext cx="1289050" cy="349995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3287E601-A02A-A185-9824-58CAE0E0421A}"/>
              </a:ext>
            </a:extLst>
          </p:cNvPr>
          <p:cNvSpPr/>
          <p:nvPr/>
        </p:nvSpPr>
        <p:spPr>
          <a:xfrm>
            <a:off x="1469054" y="133998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673BB91B-A19A-A4D2-C98F-7EF9A7FC6FE1}"/>
              </a:ext>
            </a:extLst>
          </p:cNvPr>
          <p:cNvSpPr/>
          <p:nvPr/>
        </p:nvSpPr>
        <p:spPr>
          <a:xfrm>
            <a:off x="1469054" y="60607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040F2AB8-1FF6-5963-2FF1-BBE60B5191D1}"/>
              </a:ext>
            </a:extLst>
          </p:cNvPr>
          <p:cNvSpPr/>
          <p:nvPr/>
        </p:nvSpPr>
        <p:spPr>
          <a:xfrm>
            <a:off x="1467585" y="268063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FD2031A1-5D11-81C6-EB26-8BD63AD7D5C4}"/>
              </a:ext>
            </a:extLst>
          </p:cNvPr>
          <p:cNvSpPr/>
          <p:nvPr/>
        </p:nvSpPr>
        <p:spPr>
          <a:xfrm>
            <a:off x="1474338" y="18064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400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24D990EA-8981-8571-2DC2-3F16797E582E}"/>
              </a:ext>
            </a:extLst>
          </p:cNvPr>
          <p:cNvSpPr/>
          <p:nvPr/>
        </p:nvSpPr>
        <p:spPr>
          <a:xfrm>
            <a:off x="1474338" y="22435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F07BE1-6C8C-9430-7C05-F9BC51AD6557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Scaling LLM Multi-turn RL with End-to-end Summarization-based Context Management (2025)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6069ABDC-D7E5-09E4-2DC0-08824569F7F3}"/>
              </a:ext>
            </a:extLst>
          </p:cNvPr>
          <p:cNvSpPr/>
          <p:nvPr/>
        </p:nvSpPr>
        <p:spPr>
          <a:xfrm>
            <a:off x="1474338" y="311770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Tool Output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0A75B62E-C3A8-5ECD-7204-5C2C3FB707E4}"/>
              </a:ext>
            </a:extLst>
          </p:cNvPr>
          <p:cNvSpPr/>
          <p:nvPr/>
        </p:nvSpPr>
        <p:spPr>
          <a:xfrm>
            <a:off x="1467585" y="355478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3DDF0683-8022-BD07-F4F7-81746F390B80}"/>
              </a:ext>
            </a:extLst>
          </p:cNvPr>
          <p:cNvSpPr/>
          <p:nvPr/>
        </p:nvSpPr>
        <p:spPr>
          <a:xfrm>
            <a:off x="5824088" y="200024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T</a:t>
            </a:r>
            <a:r>
              <a:rPr lang="en-US" altLang="zh-CN" sz="1400" noProof="0" dirty="0"/>
              <a:t>ask1</a:t>
            </a:r>
            <a:endParaRPr lang="de-AT" sz="1400" noProof="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AEA2731E-DCBD-A7CD-19B6-194A366AA939}"/>
              </a:ext>
            </a:extLst>
          </p:cNvPr>
          <p:cNvSpPr/>
          <p:nvPr/>
        </p:nvSpPr>
        <p:spPr>
          <a:xfrm>
            <a:off x="5824088" y="126633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System prompt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6898EEAC-FBB3-7A8F-DA80-94DCF7619E8B}"/>
              </a:ext>
            </a:extLst>
          </p:cNvPr>
          <p:cNvSpPr/>
          <p:nvPr/>
        </p:nvSpPr>
        <p:spPr>
          <a:xfrm>
            <a:off x="5829372" y="2466750"/>
            <a:ext cx="1115432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Summary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66119DEC-56C9-6143-6CBF-F6BE7F610FE6}"/>
              </a:ext>
            </a:extLst>
          </p:cNvPr>
          <p:cNvSpPr/>
          <p:nvPr/>
        </p:nvSpPr>
        <p:spPr>
          <a:xfrm>
            <a:off x="5829372" y="29332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…</a:t>
            </a: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F075108B-1C1C-11C7-2154-850D99278676}"/>
              </a:ext>
            </a:extLst>
          </p:cNvPr>
          <p:cNvSpPr/>
          <p:nvPr/>
        </p:nvSpPr>
        <p:spPr>
          <a:xfrm>
            <a:off x="2698750" y="1812224"/>
            <a:ext cx="127000" cy="1700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Checked ">
            <a:extLst>
              <a:ext uri="{FF2B5EF4-FFF2-40B4-BE49-F238E27FC236}">
                <a16:creationId xmlns:a16="http://schemas.microsoft.com/office/drawing/2014/main" id="{1CD2A11A-C968-6DFF-4AA8-A59064C0F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335" y="3070308"/>
            <a:ext cx="817379" cy="8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5001061-0CC0-FE13-AA12-E7EE2C39FC38}"/>
              </a:ext>
            </a:extLst>
          </p:cNvPr>
          <p:cNvCxnSpPr>
            <a:cxnSpLocks/>
            <a:stCxn id="32" idx="1"/>
            <a:endCxn id="20" idx="1"/>
          </p:cNvCxnSpPr>
          <p:nvPr/>
        </p:nvCxnSpPr>
        <p:spPr>
          <a:xfrm flipV="1">
            <a:off x="2825750" y="2661586"/>
            <a:ext cx="3003622" cy="1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05C59B0-A438-C06B-B10B-762315163679}"/>
              </a:ext>
            </a:extLst>
          </p:cNvPr>
          <p:cNvGrpSpPr/>
          <p:nvPr/>
        </p:nvGrpSpPr>
        <p:grpSpPr>
          <a:xfrm>
            <a:off x="3742461" y="1461436"/>
            <a:ext cx="1219200" cy="1219200"/>
            <a:chOff x="3742461" y="1461436"/>
            <a:chExt cx="1219200" cy="1219200"/>
          </a:xfrm>
        </p:grpSpPr>
        <p:pic>
          <p:nvPicPr>
            <p:cNvPr id="2" name="Picture 4" descr="Big data ">
              <a:extLst>
                <a:ext uri="{FF2B5EF4-FFF2-40B4-BE49-F238E27FC236}">
                  <a16:creationId xmlns:a16="http://schemas.microsoft.com/office/drawing/2014/main" id="{33A8FE06-7159-5CE5-8896-07C45F5D7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461" y="1461436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Fire ">
              <a:extLst>
                <a:ext uri="{FF2B5EF4-FFF2-40B4-BE49-F238E27FC236}">
                  <a16:creationId xmlns:a16="http://schemas.microsoft.com/office/drawing/2014/main" id="{4822FD49-B9C9-87E0-DFCE-249CD1A3A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7561" y="2062178"/>
              <a:ext cx="581440" cy="58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C60263E-B8CD-C9EC-6275-8E266609E723}"/>
              </a:ext>
            </a:extLst>
          </p:cNvPr>
          <p:cNvGrpSpPr/>
          <p:nvPr/>
        </p:nvGrpSpPr>
        <p:grpSpPr>
          <a:xfrm>
            <a:off x="7058024" y="1633964"/>
            <a:ext cx="1219200" cy="1219200"/>
            <a:chOff x="3742461" y="1461436"/>
            <a:chExt cx="1219200" cy="1219200"/>
          </a:xfrm>
        </p:grpSpPr>
        <p:pic>
          <p:nvPicPr>
            <p:cNvPr id="4" name="Picture 4" descr="Big data ">
              <a:extLst>
                <a:ext uri="{FF2B5EF4-FFF2-40B4-BE49-F238E27FC236}">
                  <a16:creationId xmlns:a16="http://schemas.microsoft.com/office/drawing/2014/main" id="{2EADF7AD-3E1C-37CA-DFD8-3E3BBB1285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461" y="1461436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Fire ">
              <a:extLst>
                <a:ext uri="{FF2B5EF4-FFF2-40B4-BE49-F238E27FC236}">
                  <a16:creationId xmlns:a16="http://schemas.microsoft.com/office/drawing/2014/main" id="{D6A0DF09-12C1-DFDB-E951-EA33F8D89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7561" y="2062178"/>
              <a:ext cx="581440" cy="58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B2E58F2-72F2-431E-25E2-4BDDAD968DB5}"/>
              </a:ext>
            </a:extLst>
          </p:cNvPr>
          <p:cNvGrpSpPr/>
          <p:nvPr/>
        </p:nvGrpSpPr>
        <p:grpSpPr>
          <a:xfrm>
            <a:off x="158895" y="1589372"/>
            <a:ext cx="1219200" cy="1219200"/>
            <a:chOff x="3742461" y="1461436"/>
            <a:chExt cx="1219200" cy="1219200"/>
          </a:xfrm>
        </p:grpSpPr>
        <p:pic>
          <p:nvPicPr>
            <p:cNvPr id="7" name="Picture 4" descr="Big data ">
              <a:extLst>
                <a:ext uri="{FF2B5EF4-FFF2-40B4-BE49-F238E27FC236}">
                  <a16:creationId xmlns:a16="http://schemas.microsoft.com/office/drawing/2014/main" id="{827BEDB7-081B-5216-8956-FFD499E3F0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461" y="1461436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Fire ">
              <a:extLst>
                <a:ext uri="{FF2B5EF4-FFF2-40B4-BE49-F238E27FC236}">
                  <a16:creationId xmlns:a16="http://schemas.microsoft.com/office/drawing/2014/main" id="{66F41FD1-9D6C-902D-407E-5222229F59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7561" y="2062178"/>
              <a:ext cx="581440" cy="58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3861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全屏显示(4:3)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rival-sans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2026-04-16T20:29:44Z</dcterms:modified>
  <cp:category/>
</cp:coreProperties>
</file>